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61" r:id="rId4"/>
    <p:sldId id="275" r:id="rId5"/>
    <p:sldId id="264" r:id="rId6"/>
    <p:sldId id="301" r:id="rId7"/>
    <p:sldId id="268" r:id="rId8"/>
    <p:sldId id="269" r:id="rId9"/>
    <p:sldId id="270" r:id="rId10"/>
    <p:sldId id="276" r:id="rId11"/>
    <p:sldId id="278" r:id="rId12"/>
    <p:sldId id="279" r:id="rId13"/>
    <p:sldId id="281" r:id="rId14"/>
    <p:sldId id="280" r:id="rId15"/>
    <p:sldId id="284" r:id="rId16"/>
    <p:sldId id="283" r:id="rId17"/>
    <p:sldId id="285" r:id="rId18"/>
    <p:sldId id="286" r:id="rId19"/>
    <p:sldId id="287" r:id="rId20"/>
    <p:sldId id="289" r:id="rId21"/>
    <p:sldId id="290" r:id="rId22"/>
    <p:sldId id="291" r:id="rId23"/>
    <p:sldId id="299" r:id="rId24"/>
    <p:sldId id="302" r:id="rId25"/>
    <p:sldId id="303" r:id="rId26"/>
    <p:sldId id="295" r:id="rId27"/>
    <p:sldId id="296" r:id="rId28"/>
    <p:sldId id="293" r:id="rId29"/>
    <p:sldId id="294" r:id="rId30"/>
    <p:sldId id="304" r:id="rId31"/>
    <p:sldId id="297" r:id="rId32"/>
    <p:sldId id="305" r:id="rId33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EF5"/>
    <a:srgbClr val="007F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143AA9-454B-6043-AB4A-4002892B0EA8}" v="1784" dt="2025-05-01T23:18:36.841"/>
    <p1510:client id="{B23C161D-7ADF-8DBB-E754-C00F2E132741}" v="2" dt="2025-05-01T21:07:14.5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42"/>
    <p:restoredTop sz="96247" autoAdjust="0"/>
  </p:normalViewPr>
  <p:slideViewPr>
    <p:cSldViewPr snapToGrid="0">
      <p:cViewPr varScale="1">
        <p:scale>
          <a:sx n="104" d="100"/>
          <a:sy n="104" d="100"/>
        </p:scale>
        <p:origin x="114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9T08:43:19.67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4326 4713 16383 0 0,'0'2'0'0'0,"-4"2"0"0"0,-4 3 0 0 0,-2 3 0 0 0,-1 0 0 0 0,-3 1 0 0 0,1 1 0 0 0,-1-3 0 0 0,3 3 0 0 0,-1-4 0 0 0,3-1 0 0 0,1-1 0 0 0,2-2 0 0 0,2 0 0 0 0,0 0 0 0 0,-1 0 0 0 0,3-1 0 0 0,-2 3 0 0 0,2 0 0 0 0,0 0 0 0 0,-2 0 0 0 0,2-1 0 0 0,-2 1 0 0 0,2 2 0 0 0,-2 1 0 0 0,1 3 0 0 0,-3 0 0 0 0,0 1 0 0 0,0 3 0 0 0,0-1 0 0 0,1 4 0 0 0,-3-1 0 0 0,2 1 0 0 0,0 0 0 0 0,1 0 0 0 0,-1 3 0 0 0,0-1 0 0 0,0 2 0 0 0,0 0 0 0 0,1-2 0 0 0,-1 1 0 0 0,2-5 0 0 0,0-2 0 0 0,0-3 0 0 0,0-2 0 0 0,3-3 0 0 0,-1-1 0 0 0,2 0 0 0 0,-2 0 0 0 0,2-1 0 0 0,0 1 0 0 0,2 0 0 0 0,-2 2 0 0 0,0 3 0 0 0,0 1 0 0 0,0 1 0 0 0,0 5 0 0 0,0-1 0 0 0,-2 0 0 0 0,0 3 0 0 0,0-3 0 0 0,2 0 0 0 0,-2-1 0 0 0,2-1 0 0 0,0-1 0 0 0,-2 1 0 0 0,2-1 0 0 0,2-3 0 0 0,-2 1 0 0 0,0-1 0 0 0,0 1 0 0 0,0-2 0 0 0,0 3 0 0 0,0-3 0 0 0,0 1 0 0 0,0 3 0 0 0,0-3 0 0 0,4 1 0 0 0,0-1 0 0 0,-1 1 0 0 0,5 2 0 0 0,-2-1 0 0 0,2 1 0 0 0,-1-1 0 0 0,-1 1 0 0 0,4-1 0 0 0,-2 2 0 0 0,1-3 0 0 0,1 0 0 0 0,-2-3 0 0 0,1 1 0 0 0,1-2 0 0 0,1 1 0 0 0,-1-1 0 0 0,0 0 0 0 0,1-1 0 0 0,1 1 0 0 0,-3 2 0 0 0,3-1 0 0 0,2-1 0 0 0,-1 2 0 0 0,-1-3 0 0 0,-1 3 0 0 0,3-2 0 0 0,-1 1 0 0 0,-1-1 0 0 0,1 0 0 0 0,3-2 0 0 0,-3 1 0 0 0,1 1 0 0 0,1-2 0 0 0,2 2 0 0 0,-1-1 0 0 0,-1-1 0 0 0,1 2 0 0 0,-1-2 0 0 0,-1-1 0 0 0,1 1 0 0 0,2 0 0 0 0,-1 0 0 0 0,-1 1 0 0 0,1-1 0 0 0,-1 2 0 0 0,2-2 0 0 0,1-1 0 0 0,1-1 0 0 0,-2 2 0 0 0,3-2 0 0 0,-1 0 0 0 0,0 0 0 0 0,1 1 0 0 0,-1-3 0 0 0,-2 2 0 0 0,1 0 0 0 0,-1-2 0 0 0,0 0 0 0 0,-1 0 0 0 0,-1 0 0 0 0,-1 0 0 0 0,1-2 0 0 0,0 2 0 0 0,1-2 0 0 0,-1 0 0 0 0,1 0 0 0 0,1 0 0 0 0,0 0 0 0 0,1 0 0 0 0,3-2 0 0 0,-2 2 0 0 0,1 0 0 0 0,1 0 0 0 0,0 0 0 0 0,0 0 0 0 0,0 0 0 0 0,1 0 0 0 0,-3 0 0 0 0,0-4 0 0 0,-1 0 0 0 0,-3-2 0 0 0,2-1 0 0 0,1-3 0 0 0,-3 0 0 0 0,1-1 0 0 0,1-3 0 0 0,0 1 0 0 0,-1-5 0 0 0,-1 3 0 0 0,1-2 0 0 0,-1-1 0 0 0,0-1 0 0 0,-1-2 0 0 0,-1-2 0 0 0,1-1 0 0 0,-1-1 0 0 0,1-4 0 0 0,-1-5 0 0 0,1-1 0 0 0,-3-4 0 0 0,-1 1 0 0 0,0 3 0 0 0,-3 2 0 0 0,3 4 0 0 0,-4 2 0 0 0,-2 2 0 0 0,0 2 0 0 0,-1 2 0 0 0,-1 2 0 0 0,0-1 0 0 0,-2-1 0 0 0,0 2 0 0 0,0 0 0 0 0,0-2 0 0 0,0-1 0 0 0,0-1 0 0 0,0 2 0 0 0,0 0 0 0 0,0 0 0 0 0,0-1 0 0 0,0 3 0 0 0,0 4 0 0 0,0 1 0 0 0,0 4 0 0 0,0 3 0 0 0,0-1 0 0 0,-2 4 0 0 0,2 0 0 0 0,-4-1 0 0 0,-1-5 0 0 0,-5-4 0 0 0,-3-5 0 0 0,-7-6 0 0 0,-1-4 0 0 0,-6-6 0 0 0,-2 1 0 0 0,-6-1 0 0 0,3 2 0 0 0,-3 4 0 0 0,2 4 0 0 0,2 2 0 0 0,0 6 0 0 0,3 1 0 0 0,1 3 0 0 0,0 1 0 0 0,2 3 0 0 0,-1-3 0 0 0,3 2 0 0 0,0 1 0 0 0,0-1 0 0 0,0 0 0 0 0,2-1 0 0 0,1 3 0 0 0,3-1 0 0 0,2 3 0 0 0,3 0 0 0 0,2 0 0 0 0,5 2 0 0 0,-1 2 0 0 0,0 0 0 0 0,0 1 0 0 0,-1-3 0 0 0,-3 2 0 0 0,2 0 0 0 0,-5 0 0 0 0,-3-4 0 0 0,-3 0 0 0 0,2 1 0 0 0,1 1 0 0 0,3 0 0 0 0,1 2 0 0 0,3 0 0 0 0,1 2 0 0 0,-2 0 0 0 0,2 0 0 0 0,1 0 0 0 0,-5 0 0 0 0,-1 0 0 0 0,-3 0 0 0 0,-3 0 0 0 0,-2 0 0 0 0,-2 0 0 0 0,-1 0 0 0 0,1 0 0 0 0,4 0 0 0 0,0 0 0 0 0,1 0 0 0 0,5 0 0 0 0,1 0 0 0 0,5 0 0 0 0,-1 0 0 0 0,0 2 0 0 0,2 0 0 0 0,3 0 0 0 0,-3 0 0 0 0,0 0 0 0 0,0 1 0 0 0,0-1 0 0 0,1-2 0 0 0,1 2 0 0 0,-2 0 0 0 0,2 0 0 0 0,-2 0 0 0 0,3 0 0 0 0,-3 0 0 0 0,2 0 0 0 0,0 2 0 0 0,-2-2 0 0 0,2 0 0 0 0,1 1 0 0 0,-1 1 0 0 0,2 0 0 0 0,-4 0 0 0 0,2 0 0 0 0,-2 0 0 0 0,2 0 0 0 0,-1-1 0 0 0,1-1 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9T09:05:37.69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4289 4707 16383 0 0,'0'1'0'0'0,"-3"3"0"0"0,-4 3 0 0 0,-1 2 0 0 0,-2 0 0 0 0,-2 2 0 0 0,0 0 0 0 0,0-2 0 0 0,2 2 0 0 0,0-3 0 0 0,2-1 0 0 0,1-2 0 0 0,2-1 0 0 0,2 0 0 0 0,-1-1 0 0 0,-1 1 0 0 0,4 0 0 0 0,-3 1 0 0 0,3 1 0 0 0,-1-1 0 0 0,-1 1 0 0 0,1-1 0 0 0,-1 0 0 0 0,1 3 0 0 0,-1 1 0 0 0,-1 2 0 0 0,-1 0 0 0 0,0 1 0 0 0,0 3 0 0 0,0 0 0 0 0,0 3 0 0 0,-2-2 0 0 0,2 2 0 0 0,0 1 0 0 0,0-1 0 0 0,0 2 0 0 0,0 0 0 0 0,0 2 0 0 0,0 0 0 0 0,0-2 0 0 0,0 0 0 0 0,2-4 0 0 0,-1-1 0 0 0,1-4 0 0 0,0-2 0 0 0,1-2 0 0 0,0-1 0 0 0,2-1 0 0 0,-1 1 0 0 0,1-1 0 0 0,0 0 0 0 0,1 1 0 0 0,-1 1 0 0 0,0 4 0 0 0,0 0 0 0 0,0 2 0 0 0,0 3 0 0 0,0 1 0 0 0,-1-1 0 0 0,-1 2 0 0 0,0-1 0 0 0,2-1 0 0 0,-1-1 0 0 0,1-1 0 0 0,0-1 0 0 0,-2 2 0 0 0,2-3 0 0 0,2-1 0 0 0,-2 0 0 0 0,0 0 0 0 0,0 0 0 0 0,0-2 0 0 0,0 4 0 0 0,0-4 0 0 0,0 2 0 0 0,0 2 0 0 0,0-2 0 0 0,3 0 0 0 0,0-1 0 0 0,1 1 0 0 0,2 2 0 0 0,-1 0 0 0 0,2 0 0 0 0,0-1 0 0 0,-2 1 0 0 0,3 0 0 0 0,-1 2 0 0 0,1-5 0 0 0,1 1 0 0 0,-3-2 0 0 0,3 1 0 0 0,-1-3 0 0 0,2 2 0 0 0,-1-2 0 0 0,-1 1 0 0 0,2-1 0 0 0,0 0 0 0 0,-1 2 0 0 0,1 0 0 0 0,1-1 0 0 0,1 1 0 0 0,-2-2 0 0 0,0 2 0 0 0,2-2 0 0 0,0 3 0 0 0,-2-3 0 0 0,1 0 0 0 0,3-1 0 0 0,-2 1 0 0 0,-1 0 0 0 0,3-1 0 0 0,1 1 0 0 0,-2 0 0 0 0,1-1 0 0 0,-1 1 0 0 0,0-2 0 0 0,-1 1 0 0 0,2-1 0 0 0,1 1 0 0 0,-2-1 0 0 0,0 3 0 0 0,1-3 0 0 0,-1 2 0 0 0,2-1 0 0 0,0-1 0 0 0,2-1 0 0 0,-2 1 0 0 0,2-1 0 0 0,0 0 0 0 0,0-1 0 0 0,-1 3 0 0 0,1-4 0 0 0,-2 1 0 0 0,0 1 0 0 0,0-2 0 0 0,0 0 0 0 0,-1-1 0 0 0,-1 1 0 0 0,-1 0 0 0 0,1-2 0 0 0,1 2 0 0 0,-1-2 0 0 0,1 0 0 0 0,-1 0 0 0 0,2 0 0 0 0,0 0 0 0 0,0 0 0 0 0,4-2 0 0 0,-2 2 0 0 0,-1 0 0 0 0,3 0 0 0 0,-1 0 0 0 0,1 0 0 0 0,-1 0 0 0 0,1 0 0 0 0,-3 0 0 0 0,1-4 0 0 0,-2 1 0 0 0,-1-3 0 0 0,1-1 0 0 0,0-2 0 0 0,-2 0 0 0 0,1-2 0 0 0,1-2 0 0 0,0 0 0 0 0,-2-3 0 0 0,1 1 0 0 0,-1-1 0 0 0,0 0 0 0 0,1-3 0 0 0,-3-1 0 0 0,1-2 0 0 0,0 1 0 0 0,0-3 0 0 0,-1-3 0 0 0,1-6 0 0 0,0 0 0 0 0,-2-3 0 0 0,-2-1 0 0 0,1 4 0 0 0,-3 2 0 0 0,3 4 0 0 0,-4 1 0 0 0,-2 3 0 0 0,1 1 0 0 0,-1 2 0 0 0,-1 2 0 0 0,-1-1 0 0 0,-1-1 0 0 0,0 2 0 0 0,0 0 0 0 0,0-2 0 0 0,0 0 0 0 0,0-2 0 0 0,0 2 0 0 0,0 0 0 0 0,0 0 0 0 0,0 0 0 0 0,0 2 0 0 0,0 3 0 0 0,0 2 0 0 0,0 4 0 0 0,0 2 0 0 0,0 0 0 0 0,-1 3 0 0 0,1 0 0 0 0,-4-1 0 0 0,-1-4 0 0 0,-3-4 0 0 0,-4-5 0 0 0,-5-6 0 0 0,-1-3 0 0 0,-6-6 0 0 0,-1 0 0 0 0,-5 0 0 0 0,2 2 0 0 0,-3 4 0 0 0,3 3 0 0 0,1 2 0 0 0,0 6 0 0 0,2 1 0 0 0,2 3 0 0 0,-1 1 0 0 0,2 2 0 0 0,1-2 0 0 0,0 2 0 0 0,1 0 0 0 0,0-1 0 0 0,0 1 0 0 0,2-2 0 0 0,1 4 0 0 0,2-2 0 0 0,1 3 0 0 0,4 1 0 0 0,2 0 0 0 0,3 1 0 0 0,0 2 0 0 0,0 0 0 0 0,0 0 0 0 0,-2-1 0 0 0,-1 1 0 0 0,1 0 0 0 0,-5 0 0 0 0,-1-3 0 0 0,-4-1 0 0 0,2 1 0 0 0,2 1 0 0 0,1 1 0 0 0,2 1 0 0 0,2 0 0 0 0,1 2 0 0 0,-2 0 0 0 0,3 0 0 0 0,-1 0 0 0 0,-3 0 0 0 0,-2 0 0 0 0,-1 0 0 0 0,-4 0 0 0 0,-1 0 0 0 0,-2 0 0 0 0,-1 0 0 0 0,1 0 0 0 0,4 0 0 0 0,-1 0 0 0 0,2 0 0 0 0,3 0 0 0 0,2 0 0 0 0,3 0 0 0 0,0 0 0 0 0,1 2 0 0 0,1 0 0 0 0,1-1 0 0 0,-1 1 0 0 0,0 0 0 0 0,0 2 0 0 0,0-2 0 0 0,0-2 0 0 0,2 1 0 0 0,-2 1 0 0 0,2 0 0 0 0,-3 0 0 0 0,3 0 0 0 0,-2 0 0 0 0,2-1 0 0 0,-1 3 0 0 0,-1-2 0 0 0,2 0 0 0 0,0 1 0 0 0,-1 1 0 0 0,3 0 0 0 0,-4-1 0 0 0,1 1 0 0 0,-1-1 0 0 0,2 1 0 0 0,-2 0 0 0 0,1-2 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9T09:41:59.26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422 225 24575,'-17'3'0,"-6"4"0,-6 13 0,3-5 0,-2 7 0,7-7 0,8-6 0,-3 2 0,10-3 0,-1-2 0,-1 4 0,2-4 0,-2 4 0,2 2 0,0 0 0,-2 3 0,2-4 0,-2 0 0,2-3 0,3 0 0,-1-3 0,3 0 0,-3-1 0,3 1 0,-3 0 0,3 0 0,-1 0 0,0 0 0,-1 0 0,1 0 0,-3-1 0,2 4 0,-2-2 0,0 4 0,2-4 0,-2 4 0,2-2 0,-3 1 0,1 1 0,2-4 0,-2 1 0,5-2 0,-3 0 0,1 0 0,-1 0 0,1 0 0,-3 0 0,2 2 0,-2 2 0,2 2 0,-2 0 0,2-3 0,-3 3 0,1-3 0,-1 3 0,3 1 0,-2 2 0,2-2 0,-1 3 0,-1-1 0,2-2 0,-1 3 0,-1 0 0,4-3 0,-2 2 0,3-2 0,-2-1 0,1 0 0,-1 0 0,2 0 0,0 4 0,0-3 0,-3 6 0,2-6 0,-2 3 0,3-4 0,0 0 0,0 0 0,0-2 0,0 1 0,0-2 0,0 4 0,0-4 0,0 2 0,0-1 0,0-1 0,0 3 0,0-3 0,0 3 0,0-3 0,0 6 0,0-4 0,0 4 0,0 1 0,0 0 0,0 1 0,0 2 0,0-2 0,0 3 0,0 0 0,0 0 0,0 0 0,3-4 0,-3 3 0,3-8 0,-1 4 0,-1-9 0,1 3 0,1-3 0,-3 0 0,5 2 0,-5-1 0,6 8 0,-3-5 0,3 6 0,0-1 0,-1-2 0,2 7 0,-4-7 0,2 6 0,-1-3 0,2 4 0,0 0 0,1 0 0,2 0 0,1 4 0,0-2 0,3 2 0,-3-4 0,2 0 0,1 0 0,-1-4 0,-2 3 0,0-5 0,-1 1 0,3-3 0,-4 0 0,3 4 0,-1 1 0,6 4 0,-2-1 0,3 1 0,-5-1 0,1 0 0,-1 0 0,-2-3 0,-1-2 0,-4-5 0,0-2 0,0-2 0,0 0 0,-2 0 0,1 0 0,-4-1 0,4-1 0,-1 1 0,5-1 0,4 5 0,3-1 0,8 5 0,3 3 0,2 0 0,7 4 0,-6-4 0,9-3 0,-8 1 0,3-5 0,-9 2 0,3-3 0,-7-1 0,8 1 0,-12-1 0,7 1 0,-8-1 0,4-2 0,-3-2 0,2 1 0,1-2 0,1 4 0,4-4 0,-5 2 0,4 0 0,-3-2 0,3 2 0,-4-3 0,0 0 0,-3 0 0,2 0 0,-3 0 0,4 0 0,0 0 0,0 0 0,0 0 0,0 0 0,5-3 0,-4-1 0,3-3 0,-4 1 0,0-3 0,0 2 0,-4-2 0,0 3 0,-4 0 0,0 1 0,0-1 0,1-2 0,-1 2 0,0-3 0,0 1 0,0 2 0,0-5 0,1 5 0,-1-2 0,0 0 0,0 2 0,0-2 0,0 2 0,1-2 0,-4 2 0,2-2 0,-1 2 0,2-2 0,0 2 0,-3-2 0,3 0 0,-3 2 0,3-4 0,-2 1 0,2 0 0,-3-1 0,1 1 0,1-2 0,-4 2 0,5-1 0,-5 1 0,4-2 0,-4 2 0,5-1 0,-6 4 0,3-4 0,0 1 0,1-2 0,-1 0 0,3 0 0,-3-1 0,1 1 0,2-4 0,-4 3 0,1-2 0,1-1 0,-3 3 0,4-6 0,-2 5 0,-1-5 0,1 3 0,0-1 0,-1-2 0,5 2 0,-3-3 0,1 0 0,-1 3 0,0-2 0,-2 3 0,2-4 0,0-1 0,-2 1 0,2 0 0,-3 0 0,1 0 0,-1-4 0,1-1 0,0-1 0,0-2 0,0 3 0,0-5 0,0-4 0,-3 4 0,-1-5 0,-3 6 0,0 0 0,0-1 0,0 1 0,0-1 0,0 1 0,0 4 0,0-4 0,0 4 0,0-4 0,0-1 0,-3 1 0,3 0 0,-10-1 0,5 1 0,-2-1 0,1 1 0,2 0 0,-3-1 0,-4 1 0,3-1 0,-2-4 0,-1 4 0,0-5 0,-4 1 0,1 4 0,-2-9 0,2 8 0,-2-8 0,2 9 0,3 0 0,1 5 0,4 9 0,0 0 0,0 7 0,3 0 0,1 3 0,0 2 0,1-1 0,-3 3 0,-6-6 0,-4-4 0,-11-2 0,-2-9 0,-6 3 0,-3-1 0,2 1 0,-4 4 0,8 0 0,-3 4 0,5 0 0,3 7 0,2 1 0,0 3 0,3 0 0,-3 0 0,4 0 0,-5 0 0,4 0 0,-7 0 0,7 0 0,-3 0 0,3 0 0,5 0 0,0 0 0,4 0 0,0 0 0,2 0 0,2 0 0,2 0 0,0 0 0,0 0 0,-2 0 0,-2 0 0,-6 0 0,0 0 0,-4 0 0,-5 0 0,0 0 0,0 0 0,-3 0 0,6 0 0,-2 0 0,4 0 0,4 0 0,0 0 0,4 0 0,2 0 0,-1 0 0,5 0 0,-5 3 0,1-3 0,-5 6 0,-2-3 0,1 1 0,-4 1 0,4-1 0,-1-1 0,-2 3 0,6-6 0,-3 6 0,4-6 0,0 5 0,-1-4 0,4 1 0,0-2 0,3 3 0,0-3 0,0 4 0,-2-1 0,1 2 0,-2 1 0,1-1 0,-2 0 0,1 0 0,-3 1 0,3-1 0,-1 0 0,2 0 0,2 0 0,2 0 0,-2-2 0,5 1 0,-4-3 0,1 3 0,1-2 0,-3 3 0,3 0 0,-3 0 0,2 0 0,1 0 0,-1-3 0,1 1 0,-3-3 0,1 0 0,0 0 0,-2 0 0,3 1 0,-1 0 0,4 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9T09:41:08.63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341 182 24575,'-15'2'0,"-3"4"0,-5 9 0,2-2 0,-2 5 0,6-7 0,7-3 0,-3 1 0,8-3 0,-1-1 0,0 3 0,1-3 0,-2 3 0,3 2 0,-1-1 0,-1 3 0,0-3 0,0 0 0,2-2 0,1-1 0,0-2 0,2 0 0,-2 0 0,2 0 0,-2 0 0,2 0 0,-1-1 0,1 1 0,-2 0 0,1 0 0,-1 0 0,0 2 0,-1-1 0,0 3 0,1-3 0,-1 3 0,2-1 0,-2 0 0,-1 1 0,3-3 0,-2 1 0,4-2 0,-2 0 0,0 0 0,0-1 0,0 1 0,-2 0 0,2 2 0,-3 1 0,3 2 0,-2 0 0,1-2 0,-1 1 0,0-1 0,-1 2 0,3 0 0,-3 3 0,3-2 0,-1 1 0,-1 1 0,1-2 0,0 2 0,-1 0 0,3-3 0,-1 3 0,2-3 0,-2 0 0,1 0 0,-1 0 0,2 0 0,0 3 0,0-2 0,-2 4 0,2-4 0,-3 2 0,3-3 0,0 0 0,0 0 0,0-2 0,0 1 0,0-1 0,0 2 0,0-3 0,0 3 0,0-2 0,0-1 0,0 3 0,0-2 0,0 2 0,0-3 0,0 6 0,0-5 0,0 5 0,0 0 0,0 0 0,0 1 0,0 1 0,0-1 0,0 2 0,0 1 0,0-1 0,0 0 0,2-2 0,-1 1 0,1-6 0,0 3 0,-2-6 0,2 1 0,0-2 0,-2 0 0,4 2 0,-3-2 0,3 7 0,-1-3 0,1 4 0,1 0 0,0-3 0,0 6 0,-3-5 0,3 4 0,-3-1 0,4 2 0,-1 0 0,0 1 0,2-1 0,2 4 0,-1-3 0,2 3 0,-2-4 0,2 0 0,0 1 0,0-4 0,-2 3 0,0-5 0,-1 1 0,2-2 0,-2 0 0,2 3 0,-1 1 0,5 3 0,-2-1 0,3 2 0,-4-2 0,0 0 0,0 1 0,-2-4 0,-1 0 0,-3-5 0,0-1 0,0-2 0,0 0 0,-2 0 0,2-1 0,-4 1 0,4-2 0,-2 1 0,4 0 0,4 4 0,2-2 0,7 5 0,1 2 0,3 0 0,5 4 0,-4-5 0,6-1 0,-6 1 0,3-5 0,-8 2 0,3-2 0,-5-1 0,5 1 0,-9-1 0,5 0 0,-5 0 0,2-3 0,-3 1 0,3-1 0,1-1 0,0 3 0,3-3 0,-4 1 0,4 0 0,-3-1 0,3 2 0,-4-3 0,0 0 0,-2 0 0,1 0 0,-1 0 0,2 0 0,1 0 0,-1 0 0,0 0 0,1 0 0,2-3 0,-1 0 0,1-2 0,-2 0 0,-1-3 0,0 2 0,-2-1 0,-1 2 0,-3 1 0,0-1 0,0 1 0,0-3 0,0 2 0,0-1 0,0-1 0,0 2 0,0-4 0,0 4 0,0-1 0,0-1 0,0 2 0,0-1 0,0 1 0,0-1 0,-3 1 0,3-2 0,-3 3 0,3-3 0,0 2 0,-2-1 0,2 0 0,-3 1 0,3-4 0,-2 2 0,2 0 0,-2-1 0,0 0 0,1-1 0,-3 3 0,4-3 0,-5 2 0,5-2 0,-4 2 0,3-1 0,-4 3 0,3-3 0,-1 1 0,1-2 0,0 0 0,2 0 0,-2 0 0,0 0 0,2-3 0,-4 2 0,2-2 0,0 0 0,-2 3 0,2-6 0,0 5 0,-2-4 0,2 1 0,0 0 0,-1-1 0,3 1 0,-1-2 0,-1-1 0,1 4 0,-1-3 0,-2 2 0,3-2 0,-1 0 0,-1-1 0,1 1 0,-2-1 0,0 1 0,1-4 0,-1 0 0,0-1 0,1-2 0,-1 3 0,1-4 0,0-4 0,-3 3 0,0-3 0,-3 4 0,0 0 0,0 1 0,0-1 0,0 0 0,0 0 0,0 3 0,0-2 0,0 3 0,0-4 0,0 0 0,-2 0 0,1 0 0,-7 0 0,4 0 0,-1 0 0,0 0 0,1 1 0,-1-1 0,-4 0 0,3 0 0,-3-4 0,1 3 0,-1-3 0,-3 1 0,0 2 0,0-7 0,0 7 0,0-6 0,0 6 0,3 1 0,1 4 0,3 6 0,0 1 0,1 6 0,1-1 0,2 3 0,-1 2 0,1-1 0,-2 2 0,-5-5 0,-4-2 0,-8-3 0,-1-7 0,-6 3 0,-2-1 0,1 1 0,-2 2 0,6 1 0,-3 3 0,4 1 0,4 4 0,0 2 0,0 2 0,3 0 0,-3 0 0,4 0 0,-4 0 0,3 0 0,-6 0 0,6 0 0,-3 0 0,4 0 0,2 0 0,1 0 0,3 0 0,0 0 0,2 0 0,1 0 0,2 0 0,0 0 0,0 0 0,-2 0 0,-1 0 0,-5 0 0,0 0 0,-4 0 0,-2 0 0,-2 0 0,1 0 0,-3 0 0,5 0 0,-1 0 0,2 0 0,4 0 0,0 0 0,3 0 0,2 0 0,-1 0 0,3 0 0,-3 2 0,2-2 0,-6 5 0,-1-3 0,1 1 0,-3 2 0,2-2 0,1-1 0,-3 3 0,5-4 0,-2 3 0,3-4 0,0 4 0,0-3 0,2 1 0,1-2 0,2 2 0,0-2 0,0 3 0,-2 0 0,2 1 0,-3 0 0,1 0 0,-1 0 0,0 1 0,-1-1 0,1 0 0,0 1 0,1-1 0,2 0 0,2 0 0,-2-2 0,4 1 0,-3-2 0,0 2 0,1-1 0,-1 2 0,1 0 0,-2 0 0,2 0 0,0 0 0,0-2 0,0 0 0,-2-2 0,1 0 0,-1 0 0,-1 0 0,3 1 0,-1 0 0,3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9T09:46:23.81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1162 419 24575,'-51'2'0,"-10"12"0,-18 23 0,8-10 0,-8 15 0,21-14 0,24-11 0,-10 5 0,27-8 0,-3-3 0,-1 6 0,4-6 0,-7 8 0,11 4 0,-4-1 0,-4 6 0,1-6 0,-1-2 0,8-4 0,2-4 0,1-1 0,7-3 0,-8 3 0,8-3 0,-7 4 0,6-4 0,-2-2 0,2 2 0,-6 3 0,3-3 0,-3 4 0,0-1 0,-4 0 0,0 8 0,4-8 0,-3 9 0,6-3 0,-7-1 0,-3 1 0,10-6 0,-6 6 0,13-12 0,-7 7 0,0-4 0,0 0 0,0 1 0,-6 2 0,6 0 0,-10 6 0,10 2 0,-7 3 0,4-5 0,-3 0 0,-1 0 0,-3 5 0,10-3 0,-10 9 0,10-6 0,-3 6 0,-4-3 0,4 0 0,0 3 0,-4 0 0,11-8 0,-4 7 0,7-7 0,-7 2 0,4-2 0,-4 2 0,7-2 0,0 7 0,0-2 0,-7 6 0,7-6 0,-10 0 0,10-3 0,0-2 0,0 2 0,0-5 0,0 0 0,0-1 0,0 7 0,0-12 0,0 11 0,0-8 0,0 3 0,0 2 0,0-2 0,0 2 0,0-5 0,0 14 0,0-11 0,0 11 0,0 0 0,0-1 0,0 4 0,0 0 0,0-1 0,0 4 0,0 2 0,0 0 0,0 0 0,7-5 0,-4 0 0,4-15 0,0 12 0,-7-17 0,7 3 0,-1-5 0,-6 2 0,14 0 0,-10 0 0,9 14 0,-3-8 0,4 11 0,3-1 0,0-4 0,0 10 0,-10-11 0,10 12 0,-10-4 0,13 4 0,-3 2 0,0 0 0,7-2 0,7 10 0,-4-5 0,7 3 0,-6-6 0,6-2 0,0 2 0,0-8 0,-7 5 0,0-8 0,-3 0 0,7-2 0,-7-4 0,6 9 0,-2 2 0,16 7 0,-7-4 0,11 6 0,-14-3 0,0-2 0,0 2 0,-6-5 0,-4-6 0,-11-9 0,1-2 0,-1-5 0,1 2 0,-7-3 0,7-2 0,-14 5 0,13-6 0,-6 1 0,13 2 0,14 6 0,7 0 0,24 8 0,3 6 0,11 0 0,16 8 0,-13-11 0,20-2 0,-20 2 0,10-11 0,-27 5 0,10-5 0,-17-3 0,17 3 0,-31-3 0,17 0 0,-16 3 0,6-11 0,-10 5 0,10-5 0,3 0 0,1 8 0,10-11 0,-14 6 0,14-1 0,-11-2 0,11 3 0,-14-6 0,0 0 0,-7 0 0,4 0 0,-4 0 0,8 0 0,2 0 0,-3 0 0,0 0 0,4 0 0,6-6 0,-3-2 0,4-3 0,-8-1 0,-3-7 0,0 5 0,-6 0 0,-4 0 0,-11 6 0,1-3 0,0 2 0,-1-10 0,1 8 0,0 0 0,-1-9 0,1 9 0,0-9 0,-1 9 0,1-3 0,0-2 0,-1 5 0,1-3 0,0 2 0,-1-1 0,-9 1 0,9-4 0,-9 5 0,10-3 0,-1 3 0,-6-6 0,7 6 0,-11 0 0,11-12 0,-7 9 0,6-5 0,-6 2 0,0-2 0,3-1 0,-10 6 0,14-5 0,-17 2 0,16-5 0,-13 8 0,11-6 0,-15 9 0,11-8 0,-3 2 0,3-3 0,-1-2 0,8 3 0,-7-4 0,0 4 0,6-9 0,-12 3 0,5 0 0,1-3 0,-7 6 0,7-12 0,0 12 0,-7-11 0,7 2 0,0 0 0,-4 1 0,11-1 0,-4-5 0,-3 0 0,3 8 0,-3-5 0,-7 2 0,10-3 0,-3-2 0,-3 0 0,3 3 0,-7-4 0,0 1 0,3-6 0,-3-5 0,0 3 0,4-9 0,-4 11 0,3-11 0,1-8 0,-11 5 0,0-8 0,-10 11 0,0 0 0,0 3 0,0-3 0,0 0 0,0 0 0,0 6 0,0-3 0,0 5 0,0-8 0,0 0 0,-7 1 0,4-1 0,-24 0 0,13 0 0,-3 0 0,0 0 0,3 0 0,-3 0 0,-13 0 0,9 0 0,-10-8 0,4 5 0,-4-5 0,-9 0 0,-1 5 0,0-16 0,0 19 0,0-17 0,0 15 0,10 2 0,4 11 0,10 11 0,0 1 0,3 18 0,4-7 0,7 13 0,-4 1 0,4-1 0,-8 1 0,-16-9 0,-14-3 0,-27-8 0,-4-17 0,-20 9 0,-6-6 0,2 5 0,-6 4 0,20 2 0,-10 8 0,14 1 0,13 8 0,0 8 0,0 3 0,11 0 0,-11 0 0,14 0 0,-14 0 0,11 0 0,-21 0 0,20 0 0,-10 0 0,14 0 0,7 0 0,3 0 0,10 0 0,1 0 0,6 0 0,3 0 0,8 0 0,-1 0 0,0 0 0,-6 0 0,-4 0 0,-17 0 0,0 0 0,-13 0 0,-8 0 0,-6 0 0,4 0 0,-11 0 0,17 0 0,-4 0 0,8 0 0,13 0 0,0 0 0,10 0 0,7 0 0,-3 0 0,10 0 0,-10 3 0,6-3 0,-20 11 0,-3-3 0,3-2 0,-10 5 0,7-5 0,3-1 0,-10 9 0,17-14 0,-7 11 0,10-11 0,0 9 0,1-7 0,6 1 0,3-3 0,8 6 0,-1-6 0,1 5 0,-8 4 0,7-1 0,-9 3 0,2-3 0,-3 1 0,0 5 0,-3-9 0,3 6 0,0 1 0,4-4 0,6 3 0,8-3 0,-8-5 0,14 6 0,-10-7 0,-1 7 0,5-7 0,-5 7 0,5 2 0,-8-3 0,7 3 0,0-2 0,1-6 0,-1 2 0,-7-5 0,4 0 0,-4 0 0,-3 0 0,10 3 0,-3 0 0,10-3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1T08:05:42.23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3922 24575,'22'0'0,"14"0"0,15-6 0,1 4 0,6-12 0,-7 6 0,10-7 0,-1-1 0,1-6 0,-10 6 0,-1-5 0,-1 0 0,-13 6 0,11-12 0,-14 7 0,0-6 0,-1 1 0,-8 1 0,7-2 0,-6 2 0,1-1 0,7-9 0,-13 8 0,15-15 0,-9 7 0,1-6 0,0-1 0,1-9 0,1-1 0,1-10 0,-1 9 0,-6-6 0,4 6 0,-11 0 0,5 3 0,-6-1 0,-2 7 0,1-6 0,0 8 0,-7-9 0,5 7 0,-10-15 0,4 15 0,-6-7 0,0 1 0,0 6 0,0 1 0,0 3 0,0 13 0,0-13 0,0 13 0,0-5 0,0 0 0,0 5 0,0-13 0,0 6 0,0-8 0,0-9 0,0 7 0,0-15 0,0 6 0,0 0 0,0-6 0,0 6 0,0 0 0,0-6 0,-6 15 0,-2-7 0,0 10 0,-4-1 0,5 0 0,-1 0 0,-5-8 0,12 6 0,-6-16 0,7-19 0,0 10 0,0-10 0,0 36 0,0 10 0,0 8 0,0 6 0,0 2 0,-5 5 0,4 1 0,-4-5 0,5-2 0,0-22 0,0 3 0,0-6 0,0 3 0,0 13 0,0-5 0,0 13 0,0 1 0,0 7 0,0 0 0,-4 4 0,3-2 0,-3 2 0,-1-4 0,4-6 0,-3-2 0,-2-13 0,4 5 0,-10-13 0,4 6 0,1-1 0,-4 3 0,9 13 0,-3 1 0,0 7 0,4-1 0,-4 1 0,5 0 0,-4 4 0,3-2 0,-11 7 0,10 1 0,-11 6 0,8 4 0,-17 6 0,9 1 0,-10 7 0,6-6 0,4 5 0,-5-5 0,7 0 0,5-2 0,-4-5 0,9-1 0,-4 0 0,5 1 0,0-1 0,0 0 0,0-8 0,0-15 0,0-5 0,0-11 0,0 5 0,11-10 0,-4 13 0,5-6 0,-3 16 0,-8 1 0,8 4 0,-8-3 0,8 8 0,-3-8 0,4 3 0,6-11 0,-4 5 0,18-11 0,-10 4 0,5 0 0,-3 2 0,-10 6 0,5 0 0,-7 5 0,0 1 0,-4 9 0,-1 1 0,-5 5 0,4-1 0,2 6 0,5-3 0,0 16 0,6-8 0,4 18 0,4-4 0,10 8 0,-7-8 0,7 7 0,-16-15 0,-1-1 0,-7-3 0,0-10 0,0 4 0,-1-5 0,0-5 0,-4 2 0,-2-7 0,-4 3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9T09:41:27.11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324 156 24575,'-14'2'0,"-3"4"0,-6 7 0,4-3 0,-3 6 0,6-6 0,6-3 0,-2 0 0,7-1 0,-1-3 0,0 5 0,2-4 0,-2 3 0,2 1 0,-1 1 0,-2 1 0,3-3 0,-3 1 0,4-2 0,0 0 0,0-3 0,2 0 0,-2 0 0,2 1 0,-2-1 0,3 0 0,-2 0 0,1 2 0,-2-2 0,1 0 0,-1 1 0,0 1 0,0-2 0,-2 5 0,3-4 0,-1 3 0,0-1 0,-1 0 0,-1 1 0,3-4 0,-1 3 0,3-3 0,-2 0 0,0 2 0,0-2 0,0 0 0,-2 0 0,2 3 0,-2-1 0,2 3 0,-2 0 0,1-2 0,-1 1 0,1-1 0,-2 1 0,3 1 0,-3 3 0,3-4 0,0 4 0,-3-1 0,3-1 0,-1 0 0,-1 2 0,4-3 0,-2 3 0,2-4 0,-3 1 0,3-1 0,-2 1 0,2 0 0,0 3 0,0-3 0,-2 4 0,2-3 0,-3 1 0,3-2 0,0 0 0,0-1 0,0-1 0,0 1 0,0-1 0,0 1 0,0 0 0,0-1 0,0 1 0,0-2 0,0 3 0,0-3 0,0 3 0,0-2 0,0 4 0,0-3 0,0 2 0,0 1 0,0 1 0,0 0 0,0 2 0,0-2 0,0 2 0,0 0 0,0 1 0,0-1 0,2-2 0,-1 0 0,1-4 0,-1 3 0,0-6 0,1 1 0,0-1 0,-2-1 0,3 2 0,-2-1 0,3 5 0,-2-2 0,3 4 0,-1-2 0,1 0 0,-1 3 0,-1-3 0,1 4 0,-1-2 0,2 2 0,0 0 0,-1 0 0,3 0 0,1 3 0,0-2 0,2 2 0,-3-3 0,3 0 0,-1 1 0,1-3 0,-3 1 0,1-3 0,-1 0 0,2-1 0,-3 1 0,3 0 0,-2 2 0,6 3 0,-3-1 0,3 1 0,-4-1 0,2 0 0,-2 2 0,-2-5 0,0 0 0,-3-4 0,0-1 0,0-2 0,-1 0 0,-1 2 0,2-2 0,-4-1 0,3 0 0,-1 2 0,4-2 0,3 3 0,3 0 0,6 3 0,1 3 0,3 0 0,5 2 0,-5-3 0,7-2 0,-6 1 0,2-4 0,-7 3 0,4-4 0,-7 1 0,6 0 0,-8-1 0,4 1 0,-6-1 0,4-2 0,-3 0 0,2 1 0,1-3 0,0 4 0,3-4 0,-3 2 0,2 0 0,-1-2 0,1 2 0,-2-2 0,-1 0 0,-2 0 0,2 0 0,-2 0 0,3 0 0,-1 0 0,1 0 0,-1 0 0,1 0 0,3-2 0,-3 0 0,3-2 0,-4-1 0,1-1 0,-1 0 0,-2 1 0,0 1 0,-4-1 0,1 1 0,-1 1 0,1-3 0,-1 2 0,1-2 0,-1 0 0,1 2 0,-1-4 0,1 4 0,-1-2 0,1 1 0,-1 1 0,1-2 0,-1 2 0,1-1 0,-3 0 0,2 0 0,-1 0 0,2 0 0,-1 1 0,-1-2 0,1 1 0,-2 1 0,3-4 0,-3 3 0,2-2 0,-1-1 0,-1 3 0,3-3 0,-5 2 0,4-2 0,-3 3 0,3-3 0,-4 2 0,4-1 0,-4 3 0,3-4 0,-2 3 0,2-3 0,0 1 0,1-2 0,-2 2 0,1-1 0,2-3 0,-5 4 0,3-4 0,0 1 0,-3 1 0,3-4 0,0 6 0,-2-6 0,1 2 0,1 0 0,-2-2 0,4 2 0,-1-2 0,-1 0 0,-1 2 0,1-2 0,-1 3 0,1-3 0,0 0 0,-2-2 0,2 2 0,-2 0 0,0 0 0,0-3 0,0-1 0,0 1 0,1-4 0,-2 4 0,2-5 0,0-1 0,-3 1 0,-1-2 0,-2 4 0,0-2 0,0 2 0,0-1 0,0 1 0,0-1 0,0 3 0,0-2 0,0 2 0,0-2 0,0-1 0,-2-1 0,1 2 0,-6-1 0,4 1 0,-3-1 0,1 0 0,2 0 0,-3 1 0,-2-1 0,3 1 0,-3-5 0,0 3 0,-1-1 0,-3-1 0,1 2 0,0-6 0,-1 7 0,1-6 0,0 5 0,2 2 0,2 2 0,2 6 0,0 1 0,1 4 0,2 1 0,0 2 0,0 0 0,2 0 0,-3 3 0,-5-5 0,-3-3 0,-8-1 0,-1-6 0,-6 1 0,-1 0 0,0 2 0,-1 1 0,5 1 0,-3 2 0,4 0 0,4 6 0,0 0 0,1 2 0,1 0 0,-2 0 0,4 0 0,-4 0 0,3 0 0,-7 0 0,7 0 0,-2 0 0,2 0 0,3 0 0,1 0 0,2 0 0,0 0 0,3 0 0,0 0 0,2 0 0,0 0 0,1 0 0,-3 0 0,0 0 0,-6 0 0,1 0 0,-4 0 0,-3 0 0,0 0 0,-1 0 0,-2 0 0,6 0 0,-3 0 0,3 0 0,3 0 0,1 0 0,2 0 0,3 0 0,-1 0 0,2 0 0,-2 1 0,0 0 0,-4 2 0,-1 0 0,0 0 0,-2 0 0,2-1 0,0 2 0,-2-1 0,5-2 0,-3 2 0,4-3 0,-1 4 0,1-4 0,1 3 0,2-3 0,1 1 0,0-1 0,0 3 0,-2-1 0,2 1 0,-2 2 0,0-2 0,0 0 0,-1 2 0,-1-2 0,1 1 0,1-1 0,0 1 0,2-1 0,2 0 0,-1-1 0,3 2 0,-4-4 0,2 3 0,1-1 0,-3 1 0,2 0 0,-2 1 0,2-1 0,0 0 0,1-1 0,-1-1 0,-2-1 0,1 0 0,0 0 0,-2 0 0,3 2 0,-1-1 0,3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1T21:26:14.79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936 36 24575,'-11'0'0,"-2"0"0,-11 0 0,-7 0 0,-1 0 0,-12 5 0,5 6 0,-6 7 0,0 5 0,0-1 0,-1 1 0,1-1 0,0 1 0,0-1 0,6 0 0,2-1 0,6-1 0,7-4 0,-6 2 0,10 2 0,-4 0 0,5 4 0,0-1 0,0 2 0,-1 5 0,0 1 0,4-1 0,-3 0 0,7 1 0,-6-7 0,7 5 0,-2-10 0,4 5 0,4-11 0,-3-1 0,7-4 0,-6 0 0,6 0 0,-2-1 0,3 1 0,0 0 0,0 9 0,0 3 0,0 11 0,0 6 0,0 9 0,0 1 0,5 13 0,2-5 0,6 7 0,4-7 0,1-2 0,4-8 0,-5-7 0,3-1 0,-5-12 0,0-2 0,2-5 0,-3-4 0,-1 3 0,4-7 0,-3 2 0,4-3 0,0 4 0,-1-3 0,1 3 0,0 0 0,0-3 0,5 7 0,-4-6 0,10 3 0,-4 0 0,0-3 0,4 3 0,-4-4 0,5 4 0,-5-3 0,4 8 0,-5-9 0,1 5 0,4-6 0,-4 1 0,0-1 0,4 1 0,-10-1 0,10-3 0,-5 2 0,7-7 0,-1 4 0,7-5 0,-5 0 0,11 5 0,-11-4 0,12 4 0,-12-5 0,11 0 0,-11 0 0,12 0 0,-12 0 0,5 0 0,0 0 0,1 0 0,1 0 0,4 0 0,-4 0 0,6 0 0,0-10 0,21-13 0,-16-2 0,15-8 0,-20 16 0,0-5 0,-6 10 0,4-9 0,-4 9 0,-1-4 0,-1 1 0,-6 3 0,-1-2 0,-5 4 0,-2 1 0,-5 0 0,0 4 0,0-3 0,-1 3 0,1-4 0,-5 0 0,4-4 0,-4 4 0,1-8 0,3 7 0,-3-7 0,0 3 0,3 0 0,-8-3 0,8 3 0,-7 1 0,2-4 0,1 3 0,-4 1 0,4-4 0,-5 8 0,0-8 0,-3 8 0,-1-7 0,-4 2 0,0 1 0,0-4 0,0 3 0,0-9 0,0 4 0,0-10 0,0 9 0,-9-9 0,2 4 0,-7 1 0,4 0 0,1-7 0,1 14 0,3-14 0,-2 18 0,5 0 0,-5 0 0,6 5 0,-2 1 0,3-1 0,-4 3 0,4-2 0,-4 3 0,1-7 0,-2-1 0,-3-5 0,-1-1 0,0 0 0,0 1 0,0 3 0,5 2 0,-3 4 0,6 0 0,-6 4 0,1-13 0,-2 5 0,-2-17 0,5 10 0,-4-5 0,5 11 0,-5-4 0,1 8 0,-2-20 0,1 17 0,0-17 0,1 20 0,-1-3 0,1 4 0,0-4 0,-1-2 0,1 1 0,-5 0 0,8 5 0,-7 0 0,8 0 0,-9-5 0,4 4 0,-3-7 0,-1 6 0,4-2 0,-8-1 0,7-1 0,-7 1 0,8 0 0,-3 5 0,-1-1 0,4-3 0,-8 2 0,7-3 0,-6 1 0,2 2 0,-4-3 0,5 5 0,-4-1 0,4 0 0,-5 0 0,0 0 0,0 0 0,0 0 0,-6 0 0,0-1 0,-7 0 0,1 0 0,-1 0 0,-6 4 0,5-3 0,-5 3 0,0 1 0,5 0 0,-12 0 0,12 4 0,-5-4 0,12 5 0,-4 0 0,4 0 0,1 0 0,0 0 0,1 0 0,3 0 0,-9 0 0,10 0 0,-5 0 0,7 0 0,-1 0 0,0 0 0,0 0 0,0 0 0,4 0 0,-2 0 0,2 0 0,-4 0 0,0 0 0,0 0 0,1 0 0,-1 0 0,0 0 0,4 0 0,2 0 0,4 0 0,1 0 0,3 0 0,1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1T21:26:19.26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769 10 24575,'-18'0'0,"-1"0"0,-25 0 0,10 5 0,-10 0 0,13 5 0,1 0 0,-1 5 0,1 0 0,0 6 0,-1-1 0,1 0 0,-2 6 0,1-4 0,-3 10 0,9-11 0,-1 10 0,8-12 0,3 4 0,-2-5 0,7 0 0,-3-1 0,3 7 0,1-5 0,-1 10 0,1-4 0,-1-1 0,0 5 0,0-4 0,0 6 0,4-1 0,-2-5 0,3-2 0,0-5 0,-3 0 0,7-1 0,-7-3 0,8 2 0,-7-7 0,6 3 0,-7 1 0,7-4 0,-7 7 0,7-2 0,-7 3 0,7 1 0,-3 5 0,0-3 0,3 3 0,-7-5 0,7 0 0,-3 5 0,4-4 0,0 5 0,0-7 0,0 7 0,0 0 0,0 7 0,0-1 0,0 7 0,0-5 0,0 12 0,0-12 0,5 11 0,1-11 0,5 12 0,4-12 0,-4 4 0,8-5 0,-7-1 0,6-5 0,-7 4 0,7-4 0,-4-1 0,12 7 0,1-4 0,7 6 0,-2-5 0,1 5 0,0-6 0,1 7 0,-2-6 0,9 6 0,-9-12 0,9 12 0,-4-11 0,-4 3 0,11-3 0,-12-3 0,12 2 0,-13-6 0,13 0 0,-12-5 0,5-1 0,0 1 0,-5-1 0,11 1 0,-4-5 0,-1-1 0,6-5 0,-5 0 0,6 0 0,0 0 0,0 0 0,0 0 0,0 0 0,1 0 0,-1 0 0,-7 0 0,6 0 0,-6 0 0,8 0 0,-1 0 0,0 0 0,-7 0 0,6 0 0,-12-5 0,5-5 0,-7-1 0,1-4 0,-1 5 0,0 0 0,-5-4 0,4 3 0,-4-2 0,5-2 0,0 4 0,-5-7 0,4 7 0,-4-7 0,5 2 0,-5-3 0,4 3 0,-4-2 0,5 2 0,-5-3 0,4-1 0,-10 6 0,10-5 0,-10 4 0,10-5 0,-10 2 0,4-1 0,1 0 0,-5 5 0,4-4 0,-5 4 0,-4-4 0,3 4 0,-7-3 0,2 8 0,-3-8 0,-1 8 0,0-3 0,0-1 0,1 0 0,-1-5 0,2-5 0,-1-2 0,1-6 0,2-13 0,-2 3 0,3-19 0,-7 5 0,5-8 0,-9-11 0,3 16 0,-5-1 0,0 22 0,0 12 0,0 1 0,0 11 0,0 1 0,0 4 0,0-4 0,0 3 0,-8-8 0,2 4 0,-11-5 0,2-6 0,-4 0 0,-1-7 0,-1 1 0,1-1 0,0 1 0,4 5 0,-3-4 0,9 4 0,-8 0 0,6-4 0,-6 4 0,3-5 0,-1 5 0,-3-4 0,5 9 0,-1-9 0,-3 10 0,4-4 0,-4 5 0,0 0 0,0 4 0,0 1 0,4 0 0,-2 3 0,2-3 0,-4 4 0,0 0 0,0 0 0,0 0 0,0 0 0,-5-1 0,3 1 0,-3 4 0,-1-4 0,5 4 0,-4 0 0,-1-4 0,-1 8 0,0-8 0,-4 8 0,4-7 0,-5 7 0,5-8 0,-4 8 0,4-7 0,-5 7 0,-1-8 0,1 7 0,5-6 0,-4 7 0,4-3 0,-5 4 0,-1 0 0,1 0 0,-1-5 0,7 4 0,-6-3 0,11 4 0,-4 0 0,5 0 0,0 0 0,4 0 0,2 0 0,4 0 0,0 0 0,1 0 0,-6 0 0,4 0 0,-8 0 0,8-4 0,-7 3 0,2-2 0,-4 3 0,0 0 0,0 0 0,1-4 0,-1 3 0,0-3 0,0 4 0,4 0 0,-2-4 0,2 3 0,1-3 0,0 0 0,6 4 0,-6-4 0,4 4 0,-3-3 0,4 2 0,-3-3 0,2 4 0,1-3 0,1 2 0,3-3 0,-4 4 0,1 0 0,0 0 0,3-3 0,-2 2 0,5-6 0,-2 7 0,3-4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0T08:08:34.47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0 24575,'4'0'0,"-2"0"0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0T08:15:01.480"/>
    </inkml:context>
    <inkml:brush xml:id="br0">
      <inkml:brushProperty name="width" value="0.05" units="cm"/>
      <inkml:brushProperty name="height" value="0.05" units="cm"/>
      <inkml:brushProperty name="color" value="#356DD5"/>
    </inkml:brush>
  </inkml:definitions>
  <inkml:trace contextRef="#ctx0" brushRef="#br0">1 54 24575,'22'0'0,"3"0"0,54 0 0,-4 0 0,37 0 0,-8 0-782,2 0 782,9 0 0,0 0 0,-10-5 0,-25 4 193,-4-7-193,-24 2 0,7-2 0,-2 3 0,-11-2 0,-2 6 589,1-6-589,-11 6 0,10-3 0,-5 4 0,1 0 0,4 0 0,13 0 0,-8 0 0,15 0 0,-7 0 0,-5 4 0,0-3 0,-3 2 0,3-3 0,1 0 0,-1 0 0,-3 0 0,-14 0 0,3 0 0,-9 0 0,-6 0 0,1 0 0,-6 0 0,5 0 0,-3 3 0,8 0 0,-9 4 0,41 4 0,-18 0 0,22 2 0,-16-1 0,-7-5 0,11 1 0,-6-3 0,-3 2 0,-3-6 0,-2 3 0,-4-4 0,3 3 0,-7-3 0,7 4 0,-8-4 0,5 3 0,-2-3 0,-3 4 0,5-1 0,-7-3 0,-3 6 0,4-2 0,-9-1 0,9 3 0,-9-3 0,4 2 0,-4 0 0,1-2 0,-5 1 0,3-2 0,-6-2 0,3 0 0,-1 4 0,-2-4 0,3 2 0,-7-2 0,-1 0 0,-2 0 0,0 0 0,0 2 0,-3 1 0,0 1 0,-2-1 0,0-1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0T08:15:01.580"/>
    </inkml:context>
    <inkml:brush xml:id="br0">
      <inkml:brushProperty name="width" value="0.05" units="cm"/>
      <inkml:brushProperty name="height" value="0.05" units="cm"/>
      <inkml:brushProperty name="color" value="#356DD5"/>
    </inkml:brush>
  </inkml:definitions>
  <inkml:trace contextRef="#ctx0" brushRef="#br0">0 1 24575,'0'0'0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0T08:14:27.772"/>
    </inkml:context>
    <inkml:brush xml:id="br0">
      <inkml:brushProperty name="width" value="0.05" units="cm"/>
      <inkml:brushProperty name="height" value="0.05" units="cm"/>
      <inkml:brushProperty name="color" value="#356DD5"/>
    </inkml:brush>
  </inkml:definitions>
  <inkml:trace contextRef="#ctx0" brushRef="#br0">1 1 24575,'13'0'0,"8"0"0,24 0 0,-11 0 0,13 0 0,-28 0 0,1 0 0,-3 0 0,-1 0 0,-6 0 0,0 0 0,0 0 0,-1 0 0,1 0 0,-2 0 0,-1 0 0,1 0 0,-1 0 0,0 0 0,-1 0 0,-2 0 0,2 0 0,-3 0 0,0 0 0,-1 2 0,0 0 0,-2 2 0,0 2 0,0 2 0,0 10 0,0 0 0,0 12 0,0-4 0,0 4 0,0 3 0,0-3 0,0 2 0,0-2 0,0-2 0,0-4 0,0-2 0,0-2 0,0-4 0,0 14 0,2-10 0,0 14 0,3-12 0,-2 4 0,0-1 0,0-3 0,2 8 0,-1-8 0,-2 8 0,2-8 0,-1 2 0,-1-6 0,2-2 0,-4-4 0,2-2 0,-2-2 0,0-4 0,0 2 0,2 0 0,-2-2 0,1 6 0,-1 2 0,2 2 0,-2 6 0,3-4 0,-3 4 0,1 3 0,-1-7 0,3 4 0,-3-2 0,0-2 0,0 0 0,0 0 0,0-2 0,1 6 0,0-8 0,1 8 0,-2-6 0,2 6 0,-2-4 0,3 14 0,-2-6 0,0 2 0,0-10 0,-1-4 0,3 1 0,-3-3 0,1-2 0,-1-4 0,0 2 0,0 0 0,0-2 0,0 2 0,0-2 0,0 2 0,0 2 0,0-2 0,0 2 0,0-2 0,0 0 0,0-2 0,0 2 0,0 0 0,1-4 0,1 2 0,-1-2 0,-1 4 0,0 2 0,0 4 0,0 2 0,0 6 0,0-8 0,0 4 0,0-6 0,0-4 0,0 0 0,0 0 0,0-2 0,0 0 0,0 2 0,-1-4 0,-2 0 0,1-2 0,-5 0 0,0 0 0,-5 0 0,2-2 0,-5 0 0,4 0 0,-6 2 0,4 0 0,0 0 0,2 0 0,0 0 0,4 0 0,-1 0 0,1 0 0,-1 0 0,1 0 0,-1 0 0,1 0 0,-2 0 0,1 0 0,1 0 0,0 0 0,1 0 0,0 0 0,-2 0 0,2 0 0,1 0 0,1 0 0,1 0 0,0 0 0,1 0 0,1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1T06:16:44.050"/>
    </inkml:context>
    <inkml:brush xml:id="br0">
      <inkml:brushProperty name="width" value="0.05009" units="cm"/>
      <inkml:brushProperty name="height" value="0.05009" units="cm"/>
      <inkml:brushProperty name="color" value="#008C3A"/>
    </inkml:brush>
  </inkml:definitions>
  <inkml:trace contextRef="#ctx0" brushRef="#br0">1 0 24575,'19'0'0,"8"0"0,27 0 0,-13 0 0,17 0 0,-28 0 0,10 5 0,-10 4 0,4 6 0,-6 3 0,0 0 0,0 0 0,-5 0 0,-1-1 0,-6-5 0,-4-1 0,0-3 0,-5-1 0,0 0 0,0 0 0,-3 0 0,-1 0 0,-3 0 0,0 4 0,0 1 0,0 4 0,0 0 0,0 1 0,0-1 0,0 0 0,0 0 0,0 0 0,-3 0 0,-10 12 0,-1-8 0,-8 8 0,6-12 0,-6 1 0,-1-4 0,0 4 0,-4-8 0,9 3 0,-3-3 0,4-1 0,1 0 0,3-1 0,2-2 0,13-2 0,3-3 0,15 0 0,9 0 0,1 0 0,10 0 0,2 0 0,21 9 0,-10 2 0,1 9 0,-14 0 0,-10-1 0,4 0 0,2 6 0,-12-6 0,5 6 0,-12-13 0,-5 3 0,0-2 0,0 3 0,-3-4 0,3 3 0,-5-3 0,1 0 0,-3-1 0,-2 0 0,-3-3 0,0 8 0,0-4 0,0 4 0,0 0 0,0 0 0,0 5 0,0-3 0,0 3 0,0 7 0,-3-13 0,-2 12 0,-3-14 0,0-1 0,4 3 0,-7-7 0,6 7 0,-7-6 0,0 2 0,0 1 0,-5-3 0,1 6 0,-1-6 0,-5 7 0,-1-6 0,-5 7 0,0-3 0,0 0 0,-6 0 0,4-1 0,-4-2 0,6 2 0,-1-8 0,-11-1 0,9-4 0,-10 0 0,7 0 0,4-8 0,-10-3 0,4-9 0,-1-5 0,2 8 0,5-5 0,7 12 0,2-3 0,8 5 0,2 1 0,4 3 0,-1 1 0,4-1 0,-2 4 0,5-6 0,-1 5 0,2-2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1T06:16:46.734"/>
    </inkml:context>
    <inkml:brush xml:id="br0">
      <inkml:brushProperty name="width" value="0.05009" units="cm"/>
      <inkml:brushProperty name="height" value="0.05009" units="cm"/>
      <inkml:brushProperty name="color" value="#008C3A"/>
    </inkml:brush>
  </inkml:definitions>
  <inkml:trace contextRef="#ctx0" brushRef="#br0">733 57 24575,'-19'0'0,"-8"0"0,-9 5 0,-8 11 0,2 1 0,-9 11 0,7-8 0,-18 15 0,21-6 0,-8 5 0,18-5 0,7-5 0,0 0 0,7-3 0,0-5 0,4 5 0,-3-3 0,6 3 0,-6 0 0,6 1 0,-7 1 0,7 3 0,-7-4 0,7 6 0,-8-1 0,8 1 0,-4-1 0,5-4 0,0 3 0,0-9 0,4 9 0,2-8 0,-1 3 0,3-9 0,-3 3 0,4-3 0,0 0 0,0-1 0,0-4 0,0 0 0,0 4 0,0-2 0,0 6 0,0-3 0,4 9 0,5-4 0,5 9 0,4-3 0,0 4 0,9 13 0,-6-9 0,6 8 0,-13-16 0,4 3 0,-9-9 0,4 4 0,-1-5 0,-3 1 0,3-1 0,0-4 0,-3 3 0,6-2 0,-2 0 0,9 3 0,-5-7 0,10 8 0,-4-3 0,5 0 0,0-1 0,0-4 0,0 4 0,0-2 0,0 2 0,0-4 0,1-4 0,-7-1 0,5-4 0,-9 0 0,9 0 0,-10 0 0,5 0 0,0 0 0,1 0 0,-1 0 0,5 0 0,-4-4 0,0-4 0,4-2 0,-4-7 0,5 3 0,0-4 0,0-1 0,1-5 0,-5 9 0,-1-7 0,-7 10 0,1-5 0,-5 1 0,4 0 0,-7 4 0,2-3 0,1 2 0,-3-8 0,7 4 0,-2-10 0,-1 10 0,5-9 0,-9 8 0,5-8 0,-6 3 0,1 1 0,0 0 0,-1 6 0,0 0 0,1 0 0,-5 0 0,0-1 0,-4-4 0,0 4 0,0-10 0,0 5 0,0-24 0,0 8 0,0-15 0,-4 18 0,-2 1 0,-3 6 0,0 1 0,0 4 0,-1-3 0,2 9 0,-1-5 0,-3 6 0,2-5 0,-2 3 0,-1-8 0,-1 4 0,-5-6 0,0 0 0,0 1 0,0-7 0,-6 4 0,4-4 0,-2 10 0,-2-4 0,7 10 0,-5-4 0,6 5 0,1 5 0,-1-3 0,1 5 0,-1 2 0,1 1 0,-6 6 0,4-6 0,-4 6 0,1-3 0,3 4 0,0-3 0,3 2 0,6-2 0,-2 3 0,4 0 0,0 0 0,0 0 0,0 0 0,4 0 0,0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1T06:16:50.369"/>
    </inkml:context>
    <inkml:brush xml:id="br0">
      <inkml:brushProperty name="width" value="0.05009" units="cm"/>
      <inkml:brushProperty name="height" value="0.05009" units="cm"/>
      <inkml:brushProperty name="color" value="#008C3A"/>
    </inkml:brush>
  </inkml:definitions>
  <inkml:trace contextRef="#ctx0" brushRef="#br0">1 317 24575,'0'28'0,"0"3"0,0 23 0,0 30 0,0-13 0,0 13 0,0-23 0,0-13 0,0 6 0,0-8 0,0 0 0,0-7 0,0-1 0,0-13 0,0 5 0,0-5 0,0 0 0,0 5 0,0-5 0,0 0 0,0 5 0,5-5 0,-4 6 0,9 0 0,-9 0 0,8-6 0,-8 5 0,3-11 0,-4 5 0,4-6 0,-3-4 0,3-2 0,-4-4 0,0 0 0,0-7 0,0-12 0,0-4 0,0-21 0,0 9 0,0-18 0,0-22 0,0 13 0,0-28 0,0 34 0,0-14 0,0 14 0,0-26 0,0 29 0,0-13 0,0 27 0,0 0 0,0 0 0,0 5 0,-4 2 0,3 6 0,-3 0 0,4 0 0,0-1 0,0 1 0,0 0 0,0 0 0,0 4 0,0-3 0,0 3 0,0-4 0,0 4 0,0-3 0,0 8 0,0-8 0,0 7 0,0-10 0,0 5 0,0-7 0,0 9 0,0-5 0,0 9 0,0-3 0,0-1 0,0 4 0,0-8 0,0 3 0,0-4 0,0 4 0,4-3 0,1 3 0,0-4 0,3 4 0,-3-3 0,3 3 0,1 1 0,0-4 0,-4 7 0,6-6 0,-5 7 0,5-2 0,-3 3 0,0 3 0,0-2 0,1 3 0,-1-1 0,0-2 0,0 6 0,0-6 0,5 6 0,-4-6 0,4 6 0,-5-2 0,4 3 0,-2 0 0,2 0 0,-4 0 0,1 0 0,-1 0 0,0 0 0,0 0 0,0 0 0,3 0 0,-2 0 0,8 0 0,-8 0 0,8 0 0,-3 0 0,0 3 0,4 6 0,-9 0 0,8 8 0,-8-8 0,4 4 0,-5-5 0,0-1 0,-3 1 0,-2 0 0,1-3 0,-3 2 0,2-3 0,1 4 0,-3 4 0,7 2 0,-7 4 0,7 0 0,-3 9 0,0-7 0,3 6 0,-7-8 0,4 0 0,-5 0 0,0-4 0,0 3 0,0-8 0,0 8 0,0-3 0,0-1 0,0 4 0,0-3 0,0 4 0,0-4 0,0 3 0,0-8 0,0 3 0,0-4 0,0 0 0,0 0 0,0 0 0,-4 0 0,3 0 0,-3 0 0,1-1 0,2 1 0,-6 0 0,2 0 0,0 0 0,-2 0 0,6 0 0,-6 0 0,2 0 0,1 0 0,-3 0 0,2-1 0,-3 1 0,-5 1 0,4-1 0,-9 1 0,9-1 0,-9 1 0,4-1 0,-4 1 0,-1 0 0,0 1 0,-5-1 0,8 0 0,-7 0 0,9-4 0,-5 3 0,5-7 0,2 3 0,3-4 0,1 0 0,1 0 0,-1 0 0,1 0 0,0 0 0,-1 0 0,0 0 0,0 0 0,1 0 0,2 0 0,2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1T06:16:52.702"/>
    </inkml:context>
    <inkml:brush xml:id="br0">
      <inkml:brushProperty name="width" value="0.05009" units="cm"/>
      <inkml:brushProperty name="height" value="0.05009" units="cm"/>
      <inkml:brushProperty name="color" value="#008C3A"/>
    </inkml:brush>
  </inkml:definitions>
  <inkml:trace contextRef="#ctx0" brushRef="#br0">1 21 24575,'20'0'0,"5"-4"0,-5 3 0,10-9 0,-10 9 0,11-3 0,-11 4 0,10 0 0,-5 0 0,1 0 0,4 0 0,-4 0 0,0 0 0,4 4 0,-10 1 0,4 9 0,-5-4 0,9 12 0,-7-7 0,7 4 0,-14-2 0,-1-8 0,0 8 0,-3-3 0,3 0 0,0 3 0,-3-4 0,3 5 0,-4-4 0,0 3 0,-1-8 0,1 4 0,-5-6 0,0 1 0,-4 0 0,4-3 0,-3 1 0,2-1 0,-3 2 0,0 1 0,0 0 0,0 0 0,0 5 0,0 0 0,0 5 0,0 0 0,0-4 0,0 3 0,0-8 0,0 8 0,0-8 0,0 4 0,0-1 0,0-3 0,0 4 0,0-5 0,0-1 0,0 1 0,0 0 0,0 0 0,-3 0 0,-2 0 0,-3 0 0,0 0 0,-5 0 0,-1 1 0,0-1 0,-4 1 0,4 4 0,0-4 0,-3 4 0,3-4 0,0 0 0,-4 0 0,9-1 0,-4-4 0,5 3 0,1-6 0,-1 2 0,1-3 0,-1 0 0,-5 0 0,-1 0 0,-5 0 0,0 0 0,1 0 0,-1 0 0,1 0 0,-1 0 0,5 0 0,1 0 0,5 0 0,0 0 0,0 0 0,0 0 0,4 0 0,1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1T06:16:56.194"/>
    </inkml:context>
    <inkml:brush xml:id="br0">
      <inkml:brushProperty name="width" value="0.05009" units="cm"/>
      <inkml:brushProperty name="height" value="0.05009" units="cm"/>
      <inkml:brushProperty name="color" value="#008C3A"/>
    </inkml:brush>
  </inkml:definitions>
  <inkml:trace contextRef="#ctx0" brushRef="#br0">390 2 24575,'-12'0'0,"1"0"0,-2 4 0,-1 1 0,0 4 0,-3 0 0,3-1 0,-5 1 0,1 0 0,-1 0 0,5 0 0,1-1 0,5 0 0,0 0 0,-1-3 0,2-2 0,2 0 0,-2-2 0,6 6 0,-6-6 0,3 6 0,-5-3 0,1 1 0,0 2 0,0-3 0,0 0 0,-1 3 0,1-6 0,4 6 0,-4-6 0,7 6 0,-5-3 0,5 3 0,-6-3 0,2 3 0,1-2 0,-4 3 0,8-1 0,-8-2 0,7 2 0,-6-3 0,6 4 0,-6-3 0,6 2 0,-3-3 0,1 0 0,2 3 0,-2-3 0,3 3 0,-4-3 0,4 3 0,-4-3 0,4 4 0,0 0 0,0 0 0,0-1 0,0 1 0,0-1 0,0 0 0,0 0 0,0 1 0,0-1 0,0 6 0,0-4 0,0 8 0,0-8 0,-3 3 0,2-4 0,-3 0 0,4 0 0,0 0 0,0-1 0,0 1 0,0-1 0,0 1 0,0 4 0,0 2 0,0-1 0,0 5 0,0-9 0,0 8 0,0-8 0,0 3 0,0-4 0,0 0 0,0-1 0,0 0 0,0 1 0,0 0 0,0 0 0,0 0 0,0 0 0,0-1 0,0 1 0,0 0 0,4 0 0,-3 0 0,2 0 0,-3 0 0,0-1 0,4 1 0,-3 0 0,6 0 0,-6 0 0,6-1 0,-6 1 0,6 0 0,-6 0 0,3 0 0,-4 0 0,3-4 0,-2 3 0,6-6 0,-6 5 0,6-5 0,-6 6 0,6-2 0,-3 2 0,1 1 0,2-3 0,-3 2 0,4-3 0,1 4 0,-1 0 0,0-4 0,0 3 0,5-2 0,-4 3 0,8-3 0,-8-1 0,9 0 0,-9-3 0,8 7 0,-7-7 0,7 3 0,-8-4 0,4 0 0,-5 0 0,0 0 0,5 0 0,-4 0 0,4 0 0,-5 0 0,0 0 0,0 0 0,0 0 0,0 0 0,0 0 0,0 0 0,0 0 0,0 0 0,0 0 0,-1 0 0,1 0 0,-1 0 0,1 0 0,0 0 0,0 0 0,0 0 0,0 0 0,0 0 0,0 0 0,-1 0 0,1 0 0,-1 0 0,-3-4 0,3 4 0,-3-4 0,0 0 0,3 4 0,-6-4 0,2 4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1T06:18:59.546"/>
    </inkml:context>
    <inkml:brush xml:id="br0">
      <inkml:brushProperty name="width" value="0.05292" units="cm"/>
      <inkml:brushProperty name="height" value="0.05292" units="cm"/>
      <inkml:brushProperty name="color" value="#008C3A"/>
    </inkml:brush>
  </inkml:definitions>
  <inkml:trace contextRef="#ctx0" brushRef="#br0">1 1 24575,'23'0'0,"4"0"0,-5 0 0,17 0 0,-14 0 0,10 0 0,-13 0 0,-4 0 0,0 0 0,-3 0 0,-4 0 0,3 0 0,-4 0 0,-1 0 0,-1 0 0,-2 0 0,3 0 0,1 0 0,-4 0 0,4 0 0,-3 0 0,-1 0 0,0 0 0,0 0 0,-2 0 0,2 0 0,0 0 0,-2 0 0,2 0 0,-2 0 0,-1 0 0,3 0 0,-2 0 0,2 0 0,-2 0 0,0 0 0,-2 1 0,-1 1 0,-1 1 0,0 1 0,0 0 0,0 1 0,0 0 0,0 3 0,0-4 0,0 4 0,0-4 0,0 1 0,0-1 0,0 0 0,0-1 0,0 3 0,0-2 0,0 3 0,0-1 0,0 3 0,0-1 0,0 0 0,0 1 0,0-1 0,0 3 0,0-2 0,0 2 0,0 0 0,0-2 0,0 5 0,0-2 0,0 2 0,0 0 0,0 0 0,0-2 0,0-1 0,0-3 0,0 0 0,0-2 0,0 0 0,0-3 0,0 1 0,0-1 0,0 3 0,0-2 0,0 4 0,0-2 0,0 3 0,0-3 0,0 2 0,0-4 0,0 2 0,0-3 0,0 1 0,0 0 0,0-1 0,0 1 0,0 0 0,0-1 0,0 1 0,0 0 0,0-1 0,0 1 0,0-1 0,0 1 0,0-1 0,0 1 0,0-1 0,0 3 0,0-2 0,0 2 0,0 0 0,0-2 0,0 2 0,0-3 0,0 1 0,0-1 0,0 1 0,0-1 0,0 1 0,0 1 0,0-1 0,0 1 0,-3-3 0,1 0 0,-3-2 0,3-2 0,-2 2 0,1-2 0,-2 2 0,-1 0 0,2 0 0,-5 0 0,3 0 0,-3 0 0,1 0 0,-1 0 0,1 0 0,-1 0 0,3 0 0,-3 0 0,5 0 0,-4 0 0,4 2 0,-2-2 0,3 2 0,-1-2 0,1 0 0,-2 0 0,-2 0 0,1 0 0,-4 0 0,3 1 0,-5 0 0,1 1 0,2 0 0,-3-2 0,4 2 0,-1 0 0,3-2 0,-2 2 0,3-2 0,-1 0 0,3 0 0,-1 0 0,0 0 0,0 0 0,0 0 0,-1 0 0,-1 2 0,-1-2 0,-1 2 0,-4-2 0,3 0 0,-2 0 0,2 2 0,0-1 0,3 0 0,-2-1 0,4 0 0,-2 0 0,2 0 0,0 0 0,3-1 0,-1 1 0,2-2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1T06:19:27.836"/>
    </inkml:context>
    <inkml:brush xml:id="br0">
      <inkml:brushProperty name="width" value="0.05" units="cm"/>
      <inkml:brushProperty name="height" value="0.05" units="cm"/>
      <inkml:brushProperty name="color" value="#356DD5"/>
    </inkml:brush>
  </inkml:definitions>
  <inkml:trace contextRef="#ctx0" brushRef="#br0">687 106 24575,'-14'-5'0,"-3"-4"0,3 1 0,-12-8 0,6 8 0,-18-11 0,17 14 0,-7-7 0,11 9 0,3-1 0,-2-2 0,-1 5 0,3-4 0,-3 4 0,5-2 0,-1 3 0,0 0 0,0 0 0,0 0 0,1 0 0,-1 0 0,0 0 0,3 0 0,-2 0 0,3 0 0,-4 0 0,3 0 0,-1 3 0,1 1 0,-3 2 0,-4 3 0,4 1 0,-4 3 0,4 0 0,0-1 0,-3 2 0,1 2 0,-2-2 0,3 6 0,4-6 0,-3 2 0,6-3 0,-3-1 0,4 0 0,-4 5 0,5-4 0,-4 7 0,5-6 0,0 6 0,-2-3 0,5 1 0,-2-2 0,3-4 0,0-2 0,0-2 0,0-2 0,0-1 0,0 0 0,0 1 0,3-1 0,7 4 0,9-2 0,9 8 0,4-3 0,5 8 0,2-2 0,6 3 0,-1-3 0,1-5 0,-6 3 0,4-3 0,-10 3 0,5 1 0,-6-2 0,-4 0 0,3 1 0,-8-2 0,3 1 0,1 0 0,-4 4 0,4-4 0,-4 4 0,-1-5 0,-5-1 0,0 0 0,0 1 0,-4-2 0,1 1 0,-2 0 0,-2-3 0,0 1 0,2-1 0,-5-1 0,2 3 0,-1-3 0,-1 4 0,3-1 0,-4 1 0,0-1 0,-2 0 0,1-2 0,-4 1 0,1-1 0,-2 8 0,0-4 0,0 3 0,0 0 0,0-4 0,0 4 0,0-5 0,-3 0 0,-1 5 0,-2-4 0,-1 4 0,1-5 0,-4 4 0,2-2 0,1-1 0,2-1 0,1-3 0,-2 0 0,0 3 0,0-6 0,-3 3 0,2 0 0,-5-3 0,5 3 0,-5-3 0,2 0 0,-2 0 0,-1 1 0,0-1 0,-4-3 0,4 0 0,-4 0 0,4-3 0,0 3 0,0-3 0,1 0 0,-5 0 0,3 0 0,-3 0 0,1 0 0,2 0 0,-7 0 0,7 0 0,-6 0 0,2 0 0,0 0 0,-3-3 0,8-1 0,-8-3 0,7 1 0,-7-1 0,8 1 0,-4 2 0,4-5 0,3 6 0,-2-6 0,3 0 0,-1 2 0,-2-4 0,5 1 0,-2-2 0,3-1 0,-4-3 0,5 2 0,-4-2 0,5 3 0,-2 1 0,2-1 0,2 1 0,2-1 0,0-3 0,0 2 0,0-2 0,0 3 0,0-9 0,0 8 0,0-8 0,0 5 0,0 4 0,2-4 0,2 5 0,2-1 0,0 4 0,1-3 0,-2 3 0,2-4 0,-1 4 0,0-3 0,0 3 0,0-1 0,0-1 0,0 4 0,0-4 0,0 1 0,1-2 0,-1 2 0,3-7 0,-3 9 0,3-9 0,-3 11 0,0-6 0,0 3 0,0-1 0,0-2 0,3 3 0,-2 0 0,2-3 0,-3 2 0,0-2 0,3-1 0,-2 1 0,2-1 0,-3 4 0,4-7 0,-3 6 0,6-6 0,-6-1 0,6 0 0,-2-5 0,3 5 0,3-9 0,-7 11 0,3-7 0,-7 10 0,0-1 0,0 4 0,1-3 0,-2 6 0,1-3 0,0 1 0,0-2 0,0-2 0,0 2 0,1-1 0,-1 1 0,0-2 0,0-1 0,0 4 0,0 0 0,-3 4 0,0-1 0,-3 1 0,0 0 0,0 0 0,0 0 0,0 0 0,0 0 0,0 1 0,0-1 0,0 0 0,-3 0 0,3 0 0,-5 0 0,5-1 0,-5 4 0,2-3 0,-2 5 0,2-5 0,-1 5 0,3-5 0,-1 5 0,2-3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1T06:19:31.519"/>
    </inkml:context>
    <inkml:brush xml:id="br0">
      <inkml:brushProperty name="width" value="0.05" units="cm"/>
      <inkml:brushProperty name="height" value="0.05" units="cm"/>
      <inkml:brushProperty name="color" value="#356DD5"/>
    </inkml:brush>
  </inkml:definitions>
  <inkml:trace contextRef="#ctx0" brushRef="#br0">325 37 24575,'-18'4'0,"0"4"0,-4 5 0,0 3 0,4 0 0,2-4 0,3 2 0,0-6 0,4 2 0,0-4 0,6 1 0,-2-1 0,4 0 0,-4 0 0,5 0 0,-5 0 0,2 1 0,-3-1 0,0 4 0,0 1 0,-3 3 0,1 5 0,-4-3 0,5 3 0,-6 0 0,5-4 0,-2 9 0,1-9 0,1 9 0,-1-8 0,5 3 0,-2-5 0,2 1 0,1-1 0,-3 0 0,5 1 0,-2-4 0,3 2 0,0-2 0,-2 4 0,1-1 0,-2 1 0,3-1 0,0 0 0,0 1 0,0 4 0,0-4 0,0 4 0,0 0 0,0-3 0,0 14 0,0-13 0,0 9 0,0-12 0,0 1 0,0-5 0,0 4 0,0-3 0,0 0 0,0 2 0,0-6 0,0 3 0,0-3 0,0-1 0,0 0 0,0-1 0,2 1 0,-1 0 0,4 4 0,-1 1 0,2 4 0,1-1 0,-1 1 0,-3-1 0,6 10 0,-5-8 0,5 8 0,-3-13 0,0 3 0,0-4 0,0 5 0,0-1 0,0-3 0,-2 3 0,1-7 0,-2 6 0,0-5 0,3 2 0,-6-4 0,5-3 0,-4 3 0,3-5 0,-1 4 0,6-1 0,1 3 0,6 4 0,2-2 0,0 6 0,2-3 0,-6 0 0,7-1 0,-8-3 0,1-1 0,-2 0 0,-6-1 0,6-2 0,-6 2 0,6-5 0,-6 1 0,6-2 0,-5 0 0,5 0 0,-3 0 0,8 0 0,-4 0 0,4 0 0,0 0 0,-3 0 0,6 0 0,-6 0 0,3 0 0,-5 0 0,5 0 0,-3 0 0,2 0 0,-3 0 0,0 0 0,-4-2 0,3-2 0,-2 0 0,2-3 0,1 3 0,0-3 0,-1 0 0,1-4 0,0 3 0,-4-2 0,3 0 0,-5-1 0,5-1 0,-5-1 0,5 1 0,-5-7 0,5 3 0,-4-7 0,2 3 0,-3-5 0,0 0 0,0 5 0,0-4 0,0 4 0,0 0 0,-3-4 0,-2 8 0,1-3 0,-2 0 0,2 4 0,-3-9 0,0 4 0,0-5 0,0-16 0,0 12 0,0-12 0,0 21 0,0-4 0,0 4 0,0 0 0,0 1 0,0 4 0,0 1 0,0 3 0,0-3 0,-3 3 0,2-8 0,-5 3 0,6-7 0,-6 7 0,2-8 0,0 9 0,-2-4 0,2-1 0,1 5 0,-3-4 0,2 4 0,1 1 0,-3 3 0,0-9 0,-1 11 0,-2-12 0,3 11 0,0-5 0,-1 0 0,-3-4 0,3 4 0,-6-1 0,6 2 0,-2 6 0,3-2 0,3 4 0,-2 2 0,4-1 0,-4 4 0,3-4 0,-7 5 0,3-6 0,-6 2 0,2 1 0,-7-4 0,0 2 0,-5-3 0,0 0 0,0-1 0,1 5 0,3-3 0,-3 2 0,7-2 0,-6-1 0,6 4 0,0-3 0,2 3 0,6-2 0,-3-1 0,4 3 0,-1 1 0,3 1 0,-2 1 0,2-2 0,-2 3 0,-1 0 0,1 0 0,-4 0 0,-1 0 0,-3 0 0,1-3 0,-1 2 0,0-2 0,3 3 0,2 0 0,2 0 0,3 0 0,0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1T06:19:36.130"/>
    </inkml:context>
    <inkml:brush xml:id="br0">
      <inkml:brushProperty name="width" value="0.05" units="cm"/>
      <inkml:brushProperty name="height" value="0.05" units="cm"/>
      <inkml:brushProperty name="color" value="#356DD5"/>
    </inkml:brush>
  </inkml:definitions>
  <inkml:trace contextRef="#ctx0" brushRef="#br0">44 166 24575,'0'24'0,"0"7"0,-3 27 0,2-10 0,-5 15 0,5-25 0,-5 4 0,3 5 0,-1-11 0,-1 10 0,4-24 0,-1 1 0,-1-7 0,3-3 0,-2-1 0,2 1 0,0-1 0,0 0 0,0 1 0,0 3 0,0-2 0,0 2 0,-3 0 0,3-2 0,-3 2 0,3-3 0,0-1 0,0 3 0,0-5 0,0 1 0,0-6 0,0 1 0,0-1 0,0 3 0,0-1 0,0 4 0,0-1 0,0-1 0,0-1 0,0 1 0,0-3 0,0 3 0,0-4 0,0-4 0,0-7 0,0-4 0,0-5 0,0-10 0,0 0 0,0-11 0,0 4 0,0 0 0,0-5 0,0 4 0,0-4 0,0 10 0,0-3 0,0 7 0,0-2 0,0 7 0,0 2 0,0 3 0,0 1 0,0-1 0,0 4 0,0-3 0,0 3 0,0 0 0,0 2 0,0 1 0,0-2 0,0-2 0,0-2 0,0-1 0,0-3 0,0 3 0,0-8 0,0 11 0,0-6 0,0 10 0,0-3 0,0 4 0,0-1 0,0 1 0,2 0 0,0-3 0,1-2 0,1-2 0,-1-1 0,2-3 0,0 3 0,0-8 0,0 8 0,0-8 0,0 8 0,0-4 0,2 5 0,-2 3 0,2-3 0,-2 6 0,-1-6 0,3 5 0,-2-2 0,2 6 0,-3-2 0,0 2 0,0 0 0,0-1 0,0 3 0,1-4 0,-1 4 0,0-3 0,3 0 0,0-2 0,6 0 0,-3-1 0,6 0 0,-6 1 0,0 2 0,-1-2 0,-4 6 0,2-3 0,-3 0 0,0 3 0,0-3 0,0 3 0,2 0 0,2-2 0,1 1 0,4-2 0,0 3 0,4 0 0,-1 0 0,1 0 0,-4 0 0,0 0 0,-4 0 0,1 0 0,0 0 0,-3 0 0,0 0 0,-3 0 0,2 0 0,-1 0 0,2 0 0,-1 3 0,-1 0 0,4 3 0,-1 3 0,-1 0 0,2 4 0,-1-1 0,-1 5 0,3-4 0,-4 7 0,3-2 0,-3-1 0,2 3 0,-3-7 0,0 8 0,0-8 0,0 0 0,-2-4 0,-2-4 0,-1 1 0,0-1 0,0 1 0,0-1 0,0 0 0,0 1 0,0-1 0,0 4 0,0 0 0,0 9 0,-2-4 0,-3 4 0,0-6 0,-2-2 0,2 1 0,1-5 0,-3 3 0,2-3 0,-1 0 0,1-1 0,-1 1 0,1-1 0,-4 1 0,1 0 0,-1 1 0,-1-4 0,0 2 0,-3-1 0,0 0 0,-4 2 0,4-5 0,-3 5 0,3-5 0,-8 5 0,3-6 0,-3 3 0,8-3 0,-3 0 0,6 0 0,-6 0 0,2 0 0,-2 0 0,-1 0 0,1 0 0,2 0 0,-1 0 0,4 0 0,-5 0 0,6 0 0,-3 0 0,3 0 0,3 0 0,0 0 0,3 0 0,0 0 0,0 0 0,0 0 0,0 0 0,2-2 0,0 1 0,2-1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1T06:20:12.322"/>
    </inkml:context>
    <inkml:brush xml:id="br0">
      <inkml:brushProperty name="width" value="0.05" units="cm"/>
      <inkml:brushProperty name="height" value="0.05" units="cm"/>
      <inkml:brushProperty name="color" value="#356DD5"/>
    </inkml:brush>
  </inkml:definitions>
  <inkml:trace contextRef="#ctx0" brushRef="#br0">0 0 24575,'15'0'0,"1"0"0,-1 0 0,6 0 0,-2 0 0,3 0 0,-8 0 0,-1 0 0,-2 0 0,-1 0 0,-3 0 0,0 0 0,-2 0 0,-1 0 0,1 0 0,-1 0 0,1 2 0,2 1 0,0 1 0,7 2 0,0-1 0,3 3 0,1-2 0,-4 2 0,2 0 0,-2-2 0,1 5 0,-2-6 0,-3 3 0,0-1 0,-2-2 0,2 2 0,-5 0 0,2-2 0,-2 2 0,-1-2 0,1 1 0,-1-1 0,1 2 0,0 0 0,0 0 0,-1 1 0,1 1 0,0-1 0,0 2 0,2 2 0,-1-2 0,1 2 0,-2-4 0,0 1 0,0-2 0,0 3 0,-2 0 0,1 0 0,-1 0 0,2 0 0,0 0 0,1 3 0,-1-2 0,-2 2 0,1-5 0,-3 1 0,3-2 0,-2 1 0,1 1 0,1-1 0,-1-1 0,0 2 0,1-4 0,-4 1 0,2-2 0,0 1 0,0-3 0,2 2 0,0-2 0,1 2 0,2 1 0,8 2 0,-3-1 0,10 6 0,-10-6 0,2 3 0,-6-4 0,-1-1 0,-2-1 0,-1-1 0,0-2 0,1 0 0,-1 0 0,0 0 0,0 0 0,1 0 0,2 0 0,0 0 0,3 0 0,1 2 0,-1-1 0,0 1 0,-2-2 0,1 0 0,-1 2 0,-1-1 0,3 1 0,-5-2 0,2 0 0,-3 0 0,1 0 0,-1 0 0,1 0 0,-1 0 0,0 0 0,1 0 0,-1 0 0,0 0 0,0 0 0,3 0 0,-2-2 0,5 1 0,-5-3 0,5 2 0,-5-1 0,2-1 0,-3 3 0,0-1 0,-1 0 0,-1 0 0,-2 0 0,0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1T06:20:14.527"/>
    </inkml:context>
    <inkml:brush xml:id="br0">
      <inkml:brushProperty name="width" value="0.05" units="cm"/>
      <inkml:brushProperty name="height" value="0.05" units="cm"/>
      <inkml:brushProperty name="color" value="#356DD5"/>
    </inkml:brush>
  </inkml:definitions>
  <inkml:trace contextRef="#ctx0" brushRef="#br0">917 0 24575,'-13'0'0,"1"0"0,5 0 0,-3 0 0,5 0 0,-7 0 0,7 0 0,-4 0 0,1 0 0,3 0 0,-4 0 0,4 0 0,-5 0 0,5 0 0,-2 0 0,0 0 0,2 0 0,-2 0 0,-1 0 0,3 0 0,-2 0 0,3 0 0,-1 0 0,1 0 0,0 0 0,-1 0 0,1 0 0,-1 0 0,-2 0 0,0 0 0,-4 0 0,1 0 0,0 0 0,0 2 0,-1 1 0,1 0 0,-3 2 0,4-3 0,-7 4 0,10-2 0,-7-1 0,6 1 0,-4-1 0,1 2 0,0 0 0,0 0 0,-1 0 0,4 0 0,0-1 0,2 1 0,0 2 0,-2-2 0,1 7 0,-1-3 0,1 4 0,1 0 0,-3 1 0,1 7 0,-1-3 0,1 6 0,1-2 0,0-1 0,2 0 0,-1-4 0,2 8 0,-1-10 0,2 9 0,2-13 0,0 2 0,-2-6 0,1 3 0,-1-3 0,2 3 0,0 0 0,0 0 0,-2 0 0,2 0 0,-5 0 0,4 0 0,-3 0 0,3 0 0,-3 0 0,1 0 0,0 0 0,-2 0 0,5 0 0,-7 7 0,5-5 0,-5 6 0,7-8 0,-5-3 0,3 3 0,-1-5 0,-2 4 0,5-4 0,-2 2 0,-1-3 0,3 0 0,-2 1 0,0-3 0,0 0 0,-2-2 0,-3 2 0,-1 1 0,-2 2 0,-3 0 0,-2 1 0,-2 2 0,-4-2 0,2 3 0,-2-3 0,4-1 0,3 1 0,-3-3 0,6 1 0,-3-3 0,7 1 0,-3-2 0,5 0 0,-5 0 0,5 0 0,-2 0 0,0 0 0,2 0 0,-2 0 0,0 0 0,2 0 0,-5 0 0,5 0 0,-5 0 0,5 0 0,-2 0 0,3 0 0,-1 0 0,1 0 0,1-2 0,-1 1 0,4-2 0,-2 1 0,2-2 0,0 0 0,0 1 0,0 2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3T08:33:03.148"/>
    </inkml:context>
    <inkml:brush xml:id="br0">
      <inkml:brushProperty name="width" value="0.05" units="cm"/>
      <inkml:brushProperty name="height" value="0.05" units="cm"/>
      <inkml:brushProperty name="color" value="#356DD5"/>
    </inkml:brush>
  </inkml:definitions>
  <inkml:trace contextRef="#ctx0" brushRef="#br0">1 1 24575,'13'0'0,"8"0"0,24 0 0,-11 0 0,13 0 0,-28 0 0,1 0 0,-3 0 0,-1 0 0,-6 0 0,0 0 0,0 0 0,-1 0 0,1 0 0,-2 0 0,-1 0 0,1 0 0,-1 0 0,0 0 0,-1 0 0,-2 0 0,2 0 0,-3 0 0,0 0 0,-1 2 0,0 0 0,-2 2 0,0 2 0,0 2 0,0 10 0,0 0 0,0 12 0,0-4 0,0 4 0,0 3 0,0-3 0,0 2 0,0-2 0,0-2 0,0-4 0,0-2 0,0-2 0,0-4 0,0 14 0,2-10 0,0 14 0,3-12 0,-2 4 0,0-1 0,0-3 0,2 8 0,-1-8 0,-2 8 0,2-8 0,-1 2 0,-1-6 0,2-2 0,-4-4 0,2-2 0,-2-2 0,0-4 0,0 2 0,2 0 0,-2-2 0,1 6 0,-1 2 0,2 2 0,-2 6 0,3-4 0,-3 4 0,1 3 0,-1-7 0,3 4 0,-3-2 0,0-2 0,0 0 0,0 0 0,0-2 0,1 6 0,0-8 0,1 8 0,-2-6 0,2 6 0,-2-4 0,3 14 0,-2-6 0,0 2 0,0-10 0,-1-4 0,3 1 0,-3-3 0,1-2 0,-1-4 0,0 2 0,0 0 0,0-2 0,0 2 0,0-2 0,0 2 0,0 2 0,0-2 0,0 2 0,0-2 0,0 0 0,0-2 0,0 2 0,0 0 0,1-4 0,1 2 0,-1-2 0,-1 4 0,0 2 0,0 4 0,0 2 0,0 6 0,0-8 0,0 4 0,0-6 0,0-4 0,0 0 0,0 0 0,0-2 0,0 0 0,0 2 0,-1-4 0,-2 0 0,1-2 0,-5 0 0,0 0 0,-5 0 0,2-2 0,-5 0 0,4 0 0,-6 2 0,4 0 0,0 0 0,2 0 0,0 0 0,4 0 0,-1 0 0,1 0 0,-1 0 0,1 0 0,-1 0 0,1 0 0,-2 0 0,1 0 0,1 0 0,0 0 0,1 0 0,0 0 0,-2 0 0,2 0 0,1 0 0,1 0 0,1 0 0,0 0 0,1 0 0,1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3T08:33:20.612"/>
    </inkml:context>
    <inkml:brush xml:id="br0">
      <inkml:brushProperty name="width" value="0.05292" units="cm"/>
      <inkml:brushProperty name="height" value="0.05292" units="cm"/>
      <inkml:brushProperty name="color" value="#008C3A"/>
    </inkml:brush>
  </inkml:definitions>
  <inkml:trace contextRef="#ctx0" brushRef="#br0">1 1 24575,'22'0'0,"5"0"0,-5 0 0,16 0 0,-14 0 0,10 0 0,-12 0 0,-4 0 0,-1 0 0,-3 0 0,-2 0 0,2 0 0,-5 0 0,0 0 0,-1 0 0,-2 0 0,2 0 0,2 0 0,-3 0 0,2 0 0,-3 0 0,1 0 0,-2 0 0,1 0 0,-2 0 0,2 0 0,0 0 0,-2 0 0,2 0 0,-3 0 0,1 0 0,2 0 0,-2 0 0,2 0 0,-3 0 0,1 0 0,-2 2 0,-1 1 0,-1 1 0,0 2 0,0-1 0,0 3 0,0-2 0,0 5 0,0-6 0,0 6 0,0-5 0,0 2 0,0-2 0,0-1 0,0 0 0,0 2 0,0-1 0,0 4 0,0-1 0,0 3 0,0 0 0,0-1 0,0 1 0,0 0 0,0 3 0,0-2 0,0 2 0,0 1 0,0-4 0,0 7 0,0-2 0,0 3 0,0 0 0,0 0 0,0-4 0,0 0 0,0-5 0,0 1 0,0-4 0,0 0 0,0-4 0,0 1 0,0 0 0,0 3 0,0-2 0,0 5 0,0-2 0,0 3 0,0-3 0,0 2 0,0-5 0,0 2 0,0-3 0,0 0 0,0 0 0,0 0 0,0 0 0,0 0 0,0 0 0,0 1 0,0-1 0,0 0 0,0 0 0,0-1 0,0 1 0,0 0 0,0 0 0,0 0 0,0 3 0,0-2 0,0 2 0,0 0 0,0-2 0,0 2 0,0-3 0,0 1 0,0-2 0,0 1 0,0 0 0,0 0 0,0 3 0,0-3 0,0 3 0,-2-6 0,-1 0 0,-1-2 0,2-2 0,-3 2 0,3-3 0,-4 3 0,1 0 0,0 0 0,-2 0 0,0 0 0,-1 0 0,-1 0 0,1 0 0,0 0 0,-1 0 0,3 0 0,-2 0 0,4 0 0,-4 0 0,4 2 0,-2-1 0,3 1 0,-1-2 0,1 0 0,-2 0 0,-1 0 0,0 0 0,-5 0 0,4 3 0,-4-3 0,0 3 0,2-1 0,-2-1 0,3 2 0,-1-1 0,3-1 0,-2 2 0,4-3 0,-2 0 0,2 0 0,1 0 0,-1 0 0,-1 0 0,2 0 0,-2 0 0,-1 2 0,0-1 0,-3 1 0,-2-2 0,2 0 0,-2 0 0,2 3 0,1-2 0,2 1 0,-2-2 0,4 0 0,-2 0 0,2 0 0,1 0 0,1-2 0,0 2 0,2-2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3T08:33:54.867"/>
    </inkml:context>
    <inkml:brush xml:id="br0">
      <inkml:brushProperty name="width" value="0.05" units="cm"/>
      <inkml:brushProperty name="height" value="0.05" units="cm"/>
      <inkml:brushProperty name="color" value="#356DD5"/>
    </inkml:brush>
  </inkml:definitions>
  <inkml:trace contextRef="#ctx0" brushRef="#br0">1 1 24575,'12'0'0,"9"0"0,24 0 0,-12 0 0,13 0 0,-28 0 0,2 0 0,-4 0 0,0 0 0,-6 0 0,0 0 0,0 0 0,-2 0 0,2 0 0,-2 0 0,-1 0 0,1 0 0,-1 0 0,-1 0 0,0 0 0,-2 0 0,2 0 0,-3 0 0,0 0 0,-1 2 0,0 0 0,-2 2 0,0 2 0,0 3 0,0 9 0,0 0 0,0 13 0,0-4 0,0 3 0,0 3 0,0-2 0,0 2 0,0-3 0,0-1 0,0-4 0,0-3 0,0-1 0,0-5 0,0 15 0,1-11 0,2 15 0,2-12 0,-3 3 0,2-1 0,-2-3 0,3 9 0,-1-8 0,-1 7 0,0-7 0,0 2 0,-1-7 0,2-2 0,-4-3 0,2-3 0,-2-2 0,0-4 0,0 2 0,2 0 0,-2-1 0,1 5 0,-1 2 0,2 2 0,-2 7 0,3-5 0,-3 5 0,1 1 0,-1-5 0,2 3 0,-2-1 0,0-3 0,0 0 0,0 1 0,0-3 0,2 7 0,-1-9 0,0 8 0,-1-5 0,3 5 0,-3-3 0,2 13 0,-1-5 0,1 1 0,-1-9 0,-1-5 0,2 0 0,-2-1 0,1-3 0,-1-4 0,0 2 0,0 0 0,0-2 0,0 2 0,0-1 0,0 1 0,0 2 0,0-2 0,0 2 0,0-2 0,0 1 0,0-3 0,0 2 0,0 0 0,2-4 0,-1 2 0,0-2 0,-1 4 0,0 2 0,0 5 0,0 1 0,0 7 0,0-9 0,0 4 0,0-5 0,0-5 0,0 0 0,0 0 0,0-2 0,0 0 0,0 2 0,-1-4 0,-2 0 0,1-2 0,-4 0 0,-2 0 0,-3 0 0,1-2 0,-4 0 0,3 0 0,-6 2 0,4 0 0,1 0 0,0 0 0,3 0 0,1 0 0,1 0 0,-1 0 0,1 0 0,-1 0 0,1 0 0,0 0 0,-2 0 0,2 0 0,-1 0 0,2 0 0,0 0 0,0 0 0,-2 0 0,2 0 0,1 0 0,1 0 0,2 0 0,-2 0 0,3 0 0,0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3T08:34:18.745"/>
    </inkml:context>
    <inkml:brush xml:id="br0">
      <inkml:brushProperty name="width" value="0.05" units="cm"/>
      <inkml:brushProperty name="height" value="0.05" units="cm"/>
      <inkml:brushProperty name="color" value="#356DD5"/>
    </inkml:brush>
  </inkml:definitions>
  <inkml:trace contextRef="#ctx0" brushRef="#br0">1 1 24575,'12'0'0,"9"0"0,24 0 0,-12 0 0,13 0 0,-28 0 0,2 0 0,-4 0 0,0 0 0,-6 0 0,0 0 0,0 0 0,-2 0 0,2 0 0,-2 0 0,-1 0 0,1 0 0,-1 0 0,-1 0 0,0 0 0,-2 0 0,2 0 0,-3 0 0,0 0 0,-1 2 0,0 0 0,-2 2 0,0 2 0,0 3 0,0 9 0,0 0 0,0 13 0,0-4 0,0 3 0,0 3 0,0-2 0,0 2 0,0-3 0,0-1 0,0-4 0,0-3 0,0-1 0,0-5 0,0 15 0,1-11 0,2 15 0,2-12 0,-3 3 0,2-1 0,-2-3 0,3 9 0,-1-8 0,-1 7 0,0-7 0,0 2 0,-1-7 0,2-2 0,-4-3 0,2-3 0,-2-2 0,0-4 0,0 2 0,2 0 0,-2-1 0,1 5 0,-1 2 0,2 2 0,-2 7 0,3-5 0,-3 5 0,1 1 0,-1-5 0,2 3 0,-2-1 0,0-3 0,0 0 0,0 1 0,0-3 0,2 7 0,-1-9 0,0 8 0,-1-5 0,3 5 0,-3-3 0,2 13 0,-1-5 0,1 1 0,-1-9 0,-1-5 0,2 0 0,-2-1 0,1-3 0,-1-4 0,0 2 0,0 0 0,0-2 0,0 2 0,0-1 0,0 1 0,0 2 0,0-2 0,0 2 0,0-2 0,0 1 0,0-3 0,0 2 0,0 0 0,2-4 0,-1 2 0,0-2 0,-1 4 0,0 2 0,0 5 0,0 1 0,0 7 0,0-9 0,0 4 0,0-5 0,0-5 0,0 0 0,0 0 0,0-2 0,0 0 0,0 2 0,-1-4 0,-2 0 0,1-2 0,-4 0 0,-2 0 0,-3 0 0,1-2 0,-4 0 0,3 0 0,-6 2 0,4 0 0,1 0 0,0 0 0,3 0 0,1 0 0,1 0 0,-1 0 0,1 0 0,-1 0 0,1 0 0,0 0 0,-2 0 0,2 0 0,-1 0 0,2 0 0,0 0 0,0 0 0,-2 0 0,2 0 0,1 0 0,1 0 0,2 0 0,-2 0 0,3 0 0,0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3T08:34:54.677"/>
    </inkml:context>
    <inkml:brush xml:id="br0">
      <inkml:brushProperty name="width" value="0.05292" units="cm"/>
      <inkml:brushProperty name="height" value="0.05292" units="cm"/>
      <inkml:brushProperty name="color" value="#008C3A"/>
    </inkml:brush>
  </inkml:definitions>
  <inkml:trace contextRef="#ctx0" brushRef="#br0">1 1 24575,'22'0'0,"5"0"0,-5 0 0,16 0 0,-14 0 0,10 0 0,-12 0 0,-4 0 0,-1 0 0,-3 0 0,-2 0 0,2 0 0,-5 0 0,0 0 0,-1 0 0,-2 0 0,2 0 0,2 0 0,-3 0 0,2 0 0,-3 0 0,1 0 0,-2 0 0,1 0 0,-2 0 0,2 0 0,0 0 0,-2 0 0,2 0 0,-3 0 0,1 0 0,2 0 0,-2 0 0,2 0 0,-3 0 0,1 0 0,-2 2 0,-1 1 0,-1 1 0,0 2 0,0-1 0,0 3 0,0-2 0,0 5 0,0-6 0,0 6 0,0-5 0,0 2 0,0-2 0,0-1 0,0 0 0,0 2 0,0-1 0,0 4 0,0-1 0,0 3 0,0 0 0,0-1 0,0 1 0,0 0 0,0 3 0,0-2 0,0 2 0,0 1 0,0-4 0,0 7 0,0-2 0,0 3 0,0 0 0,0 0 0,0-4 0,0 0 0,0-5 0,0 1 0,0-4 0,0 0 0,0-4 0,0 1 0,0 0 0,0 3 0,0-2 0,0 5 0,0-2 0,0 3 0,0-3 0,0 2 0,0-5 0,0 2 0,0-3 0,0 0 0,0 0 0,0 0 0,0 0 0,0 0 0,0 0 0,0 1 0,0-1 0,0 0 0,0 0 0,0-1 0,0 1 0,0 0 0,0 0 0,0 0 0,0 3 0,0-2 0,0 2 0,0 0 0,0-2 0,0 2 0,0-3 0,0 1 0,0-2 0,0 1 0,0 0 0,0 0 0,0 3 0,0-3 0,0 3 0,-2-6 0,-1 0 0,-1-2 0,2-2 0,-3 2 0,3-3 0,-4 3 0,1 0 0,0 0 0,-2 0 0,0 0 0,-1 0 0,-1 0 0,1 0 0,0 0 0,-1 0 0,3 0 0,-2 0 0,4 0 0,-4 0 0,4 2 0,-2-1 0,3 1 0,-1-2 0,1 0 0,-2 0 0,-1 0 0,0 0 0,-5 0 0,4 3 0,-4-3 0,0 3 0,2-1 0,-2-1 0,3 2 0,-1-1 0,3-1 0,-2 2 0,4-3 0,-2 0 0,2 0 0,1 0 0,-1 0 0,-1 0 0,2 0 0,-2 0 0,-1 2 0,0-1 0,-3 1 0,-2-2 0,2 0 0,-2 0 0,2 3 0,1-2 0,2 1 0,-2-2 0,4 0 0,-2 0 0,2 0 0,1 0 0,1-2 0,0 2 0,2-2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3T08:35:05.055"/>
    </inkml:context>
    <inkml:brush xml:id="br0">
      <inkml:brushProperty name="width" value="0.05292" units="cm"/>
      <inkml:brushProperty name="height" value="0.05292" units="cm"/>
      <inkml:brushProperty name="color" value="#008C3A"/>
    </inkml:brush>
  </inkml:definitions>
  <inkml:trace contextRef="#ctx0" brushRef="#br0">1 1 24575,'23'0'0,"4"0"0,-5 0 0,17 0 0,-14 0 0,10 0 0,-13 0 0,-4 0 0,0 0 0,-3 0 0,-4 0 0,3 0 0,-4 0 0,-1 0 0,-1 0 0,-2 0 0,3 0 0,1 0 0,-4 0 0,4 0 0,-3 0 0,-1 0 0,0 0 0,0 0 0,-2 0 0,2 0 0,0 0 0,-2 0 0,2 0 0,-2 0 0,-1 0 0,3 0 0,-2 0 0,2 0 0,-2 0 0,0 0 0,-2 1 0,-1 1 0,-1 2 0,0 0 0,0-1 0,0 3 0,0-1 0,0 3 0,0-4 0,0 4 0,0-3 0,0 1 0,0-3 0,0 1 0,0 0 0,0 1 0,0 0 0,0 2 0,0 0 0,0 1 0,0 1 0,0 0 0,0 0 0,0-1 0,0 4 0,0-3 0,0 2 0,0 1 0,0-3 0,0 5 0,0-2 0,0 3 0,0 0 0,0 0 0,0-3 0,0-1 0,0-2 0,0-1 0,0-1 0,0-2 0,0-1 0,0 0 0,0-1 0,0 3 0,0-2 0,0 5 0,0-3 0,0 3 0,0-3 0,0 2 0,0-3 0,0 1 0,0-2 0,0-1 0,0 1 0,0 0 0,0 0 0,0-1 0,0 1 0,0 0 0,0 0 0,0 0 0,0-1 0,0 1 0,0-1 0,0 1 0,0 0 0,0 0 0,0 1 0,0 0 0,0 1 0,0 0 0,0-2 0,0 2 0,0-2 0,0 0 0,0-1 0,0 1 0,0-1 0,0 1 0,0 2 0,0-2 0,0 1 0,-3-3 0,1 0 0,-3-2 0,3-2 0,-2 2 0,1-2 0,-2 2 0,-1 0 0,2 0 0,-5 0 0,3 0 0,-3 0 0,1 0 0,-1 0 0,1 0 0,-1 0 0,3 0 0,-3 0 0,5 0 0,-4 0 0,4 1 0,-2 0 0,3 0 0,-1-1 0,1 0 0,-2 0 0,-2 0 0,1 0 0,-4 0 0,3 2 0,-5-1 0,1 1 0,2 0 0,-3-2 0,4 2 0,-1 0 0,3-1 0,-2 0 0,3-1 0,-1 0 0,3 0 0,-1 0 0,0 0 0,0 0 0,0 0 0,-1 0 0,-1 2 0,-1-1 0,-1 1 0,-4-2 0,3 0 0,-2 0 0,2 2 0,0-2 0,3 2 0,-2-2 0,4 0 0,-2 0 0,2 0 0,0 0 0,3-1 0,-1 0 0,2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3T08:36:19.491"/>
    </inkml:context>
    <inkml:brush xml:id="br0">
      <inkml:brushProperty name="width" value="0.05" units="cm"/>
      <inkml:brushProperty name="height" value="0.05" units="cm"/>
      <inkml:brushProperty name="color" value="#356DD5"/>
    </inkml:brush>
  </inkml:definitions>
  <inkml:trace contextRef="#ctx0" brushRef="#br0">1 1 24575,'13'0'0,"8"0"0,24 0 0,-11 0 0,13 0 0,-28 0 0,1 0 0,-3 0 0,-1 0 0,-6 0 0,0 0 0,0 0 0,-1 0 0,1 0 0,-2 0 0,-1 0 0,1 0 0,-1 0 0,0 0 0,-1 0 0,-2 0 0,2 0 0,-3 0 0,0 0 0,-1 2 0,0 0 0,-2 2 0,0 2 0,0 2 0,0 10 0,0 0 0,0 12 0,0-4 0,0 4 0,0 3 0,0-3 0,0 2 0,0-2 0,0-2 0,0-4 0,0-2 0,0-2 0,0-4 0,0 14 0,2-10 0,0 14 0,3-12 0,-2 4 0,0-1 0,0-3 0,2 8 0,-1-8 0,-2 8 0,2-8 0,-1 2 0,-1-6 0,2-2 0,-4-4 0,2-2 0,-2-2 0,0-4 0,0 2 0,2 0 0,-2-2 0,1 6 0,-1 2 0,2 2 0,-2 6 0,3-4 0,-3 4 0,1 3 0,-1-7 0,3 4 0,-3-2 0,0-2 0,0 0 0,0 0 0,0-2 0,1 6 0,0-8 0,1 8 0,-2-6 0,2 6 0,-2-4 0,3 14 0,-2-6 0,0 2 0,0-10 0,-1-4 0,3 1 0,-3-3 0,1-2 0,-1-4 0,0 2 0,0 0 0,0-2 0,0 2 0,0-2 0,0 2 0,0 2 0,0-2 0,0 2 0,0-2 0,0 0 0,0-2 0,0 2 0,0 0 0,1-4 0,1 2 0,-1-2 0,-1 4 0,0 2 0,0 4 0,0 2 0,0 6 0,0-8 0,0 4 0,0-6 0,0-4 0,0 0 0,0 0 0,0-2 0,0 0 0,0 2 0,-1-4 0,-2 0 0,1-2 0,-5 0 0,0 0 0,-5 0 0,2-2 0,-5 0 0,4 0 0,-6 2 0,4 0 0,0 0 0,2 0 0,0 0 0,4 0 0,-1 0 0,1 0 0,-1 0 0,1 0 0,-1 0 0,1 0 0,-2 0 0,1 0 0,1 0 0,0 0 0,1 0 0,0 0 0,-2 0 0,2 0 0,1 0 0,1 0 0,1 0 0,0 0 0,1 0 0,1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3T08:43:34.15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3670 177 24575,'-28'0'0,"4"0"0,-14 0 0,10 0 0,-8 0 0,11 0 0,5 0 0,-1 0 0,1 0 0,3 0 0,1 0 0,2 0 0,4 0 0,-1 0 0,6 0 0,0 0 0,0 0 0,-2 0 0,1 0 0,-4 0 0,1 0 0,-3 0 0,-4 0 0,-1 0 0,1 0 0,-4 3 0,3 0 0,0 4 0,-2 0 0,6-4 0,0 2 0,2-4 0,5 4 0,-3-5 0,4 2 0,-1-2 0,-3 0 0,-6 0 0,-1 0 0,-5 0 0,0 0 0,1 0 0,-5 0 0,3 0 0,-3 0 0,5 0 0,-1 0 0,4 0 0,2 0 0,3 0 0,-1 0 0,1 0 0,0 0 0,0 0 0,0 0 0,0 0 0,3 0 0,-2 0 0,2 0 0,-3 0 0,-1 0 0,1 0 0,3 0 0,-2 0 0,2 0 0,0 0 0,1 0 0,-1 0 0,3 0 0,-5 0 0,5 0 0,-6 0 0,3 0 0,0 0 0,-6 0 0,5 0 0,-6 0 0,4 0 0,-4 0 0,3 0 0,-2 0 0,3 0 0,-1 0 0,1 0 0,0 0 0,0 0 0,0 0 0,-4 0 0,3 0 0,-6 0 0,6 0 0,-7 0 0,-1 0 0,-1 0 0,-3-3 0,0 3 0,-1-7 0,0 6 0,1-2 0,0-1 0,4 4 0,-1-4 0,-6 4 0,12 0 0,-12 0 0,15 0 0,-7 0 0,3 0 0,-3 0 0,-1 0 0,-4 0 0,3 0 0,-7 0 0,7 0 0,-3 0 0,0 0 0,4 0 0,-4 0 0,4 0 0,1 0 0,-5 0 0,3 0 0,-3 0 0,0 0 0,4-3 0,-4 2 0,-10-5 0,7 6 0,-12-7 0,10 6 0,-1-2 0,-4 3 0,3 0 0,-4 0 0,6 0 0,-1 0 0,1 0 0,-1 0 0,1 0 0,-1 0 0,0 0 0,-4-4 0,-8-9 0,-1-2 0,2-2 0,-5 0 0,8 1 0,-8 1 0,4-5 0,1 11 0,0-3 0,5 3 0,2 1 0,4 4 0,1-3 0,-1 6 0,5-2 0,-3 3 0,7 0 0,-3 0 0,8 0 0,-2 0 0,6 0 0,-3 0 0,4 0 0,0 0 0,3 0 0,-3 0 0,-1 0 0,0 0 0,-6 0 0,6 0 0,-7 0 0,-6 6 0,3-1 0,-6 4 0,8-5 0,1 2 0,-1-2 0,4 2 0,2-2 0,2 1 0,4-4 0,1 2 0,3-3 0,-1 0 0,4 2 0,-3-2 0,5 3 0,-2-3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3T08:48:10.58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33 24575,'26'0'0,"2"0"0,26 0 0,-3 10 0,12-4 0,-3 9 0,3 0 0,-6-4 0,11 5 0,-19-7 0,4 1 0,-11-1 0,-2 0 0,-11-4 0,-1-1 0,-5-4 0,0 0 0,-5 0 0,0 0 0,-4 0 0,-4 0 0,2 0 0,-2 0 0,4 0 0,-1 0 0,-3-3 0,3-1 0,-3 1 0,4-3 0,-1 2 0,0-3 0,1 4 0,4-4 0,-4 3 0,8-3 0,-3 3 0,4 0 0,0 4 0,0 0 0,0 0 0,4 0 0,-2 0 0,3 0 0,-5 0 0,-1 0 0,1 0 0,0 0 0,0 0 0,0 0 0,6 0 0,-9 0 0,8 0 0,-13 0 0,7 0 0,-8 0 0,8-3 0,-7 2 0,2-5 0,-3 5 0,-1-5 0,1 5 0,-4-5 0,-1 6 0,0-3 0,-2 3 0,6-3 0,-7 2 0,7-2 0,-6 1 0,5 1 0,-2-5 0,4 5 0,-1-5 0,1 6 0,3-3 0,-2 3 0,7 0 0,-3 0 0,3 0 0,1 0 0,0 0 0,0 0 0,0 0 0,0 0 0,0-4 0,0 3 0,0-2 0,0 3 0,-4-3 0,3 2 0,-8-2 0,4 0 0,-5 2 0,5-2 0,-3 3 0,2-3 0,-3 3 0,-4-3 0,2 3 0,-2-4 0,4 4 0,4-3 0,-4 3 0,8 0 0,-3-4 0,4 3 0,0-2 0,0 3 0,0 0 0,-1 0 0,6 0 0,-3 0 0,3 0 0,5 0 0,-12 0 0,7 0 0,-10 0 0,-4 0 0,4 0 0,-5 0 0,1 0 0,3 0 0,-2 0 0,2 0 0,-3 0 0,-1 0 0,1 0 0,-1 0 0,1 3 0,-4-2 0,2 2 0,-1-3 0,-1 0 0,2 0 0,-2 0 0,4 0 0,-4 0 0,3 3 0,-3-3 0,6 3 0,-6-3 0,2 0 0,-6 0 0,0 3 0,0-2 0,-3 1 0,-1-2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3T08:48:27.68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68 483 24575,'7'0'0,"12"0"0,-7 0 0,8 2 0,-12 0 0,2 2 0,-1-1 0,2 0 0,-3-2 0,0 1 0,0-2 0,0 0 0,3 2 0,-3-2 0,5 2 0,-4-2 0,2 0 0,-3 0 0,0 0 0,0 0 0,-2 0 0,1 0 0,-3 0 0,2 0 0,-2 0 0,-1 0 0,0 0 0,1 0 0,-1 0 0,1 0 0,-1 0 0,3 0 0,0 0 0,2 0 0,0 0 0,0 0 0,0 0 0,-2 0 0,0 0 0,-3 0 0,1 0 0,-1 0 0,0 0 0,1 0 0,-1 0 0,0 0 0,1 0 0,5 0 0,-3 0 0,6 0 0,-6 0 0,1 0 0,-3 0 0,2 0 0,-3 0 0,1 0 0,-1 0 0,1 0 0,-1 0 0,-1-1 0,0-1 0,-2-3 0,0-2 0,0-3 0,0 1 0,0-4 0,0 2 0,0-1 0,0-1 0,0 4 0,0-4 0,0 5 0,0-6 0,0 6 0,0-3 0,0 0 0,0 3 0,0-3 0,0 3 0,-2 2 0,2-2 0,-2 2 0,2-2 0,0 2 0,0 0 0,0 1 0,0 1 0,0-2 0,0 3 0,0 0 0,0-3 0,0 0 0,0-2 0,0 2 0,0-1 0,0 3 0,0-2 0,0 2 0,0 1 0,0 0 0,0-3 0,0-2 0,0-1 0,0-4 0,0 1 0,0-1 0,0 1 0,0 2 0,0 2 0,0 0 0,0 2 0,0 0 0,0 3 0,0 0 0,0-3 0,0 0 0,0-2 0,0-2 0,0 4 0,0-1 0,0 3 0,0 1 0,0-1 0,0 1 0,0 0 0,0-1 0,0 1 0,0-1 0,0 0 0,0 1 0,-1 1 0,-1 1 0,-1 1 0,0 0 0,-2 0 0,-1 0 0,-1 0 0,1 0 0,-2 0 0,4 0 0,-3 0 0,3-4 0,-1 4 0,2-4 0,-3 4 0,2 0 0,-3 0 0,1 0 0,-2 0 0,2 0 0,-2 0 0,4 0 0,-2 0 0,3 0 0,0 0 0,0 0 0,-3 0 0,2 0 0,-1 0 0,1 0 0,1 0 0,-2 0 0,-1 0 0,-1 0 0,-1 0 0,-9 0 0,4 0 0,-10 0 0,10 0 0,-1 0 0,8 0 0,0 0 0,3 0 0,0 0 0,-3 0 0,0 0 0,-4 0 0,-5 0 0,3 0 0,-3 0 0,7 0 0,2 0 0,1 0 0,1 0 0,1 0 0,-1 0 0,1 0 0,0 0 0,-3 0 0,-6 0 0,2 0 0,-4 0 0,4 0 0,1 0 0,-2 0 0,5 0 0,-2 0 0,4 0 0,1 0 0,1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3T08:48:31.99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87 24575,'5'-12'0,"4"-1"0,8-3 0,1-1 0,4 5 0,-2 1 0,0 8 0,1 0 0,-4 3 0,1 0 0,1 0 0,-4 7 0,4 5 0,-6 7 0,3 6 0,-3-2 0,-2 5 0,0-2 0,-3-1 0,1 2 0,-2-2 0,-1 3 0,-2-3 0,1 2 0,-3-2 0,0 3 0,-2 9 0,0 1 0,0 5 0,0 3 0,0-4 0,-4-6 0,-4 8 0,-1-14 0,-5 8 0,2-6 0,-1-6 0,0-4 0,2-4 0,0-6 0,2-3 0,0-2 0,1-3 0,3 0 0,1-2 0,1-1 0,0-1 0,1 0 0,0-1 0,1-1 0,4-1 0,4-2 0,21 3 0,-3-1 0,9 3 0,-7 0 0,-4 0 0,6 0 0,1 0 0,-1 3 0,-3 0 0,-1 3 0,-3 0 0,-3-1 0,0 1 0,-3-1 0,-2 0 0,-1-1 0,-4 1 0,-1-3 0,-3 0 0,1 0 0,-3-2 0,1 2 0,-1-2 0,-1 0 0,1 0 0,-1 0 0,1 0 0,-1 0 0,1 0 0,0 0 0,-2-2 0,2 2 0,-3-3 0,1 3 0,-1-2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3T08:48:41.89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227 18 24575,'-9'0'0,"-2"0"0,-15 7 0,4 1 0,-6 4 0,8-3 0,9-1 0,0-3 0,3 3 0,0-4 0,-2 7 0,3-1 0,-2 2 0,4-1 0,-1 0 0,2-3 0,-1 5 0,3-1 0,-2 1 0,1 1 0,-2 0 0,1 0 0,1-1 0,1 1 0,0-3 0,2 2 0,-2-4 0,2 2 0,0-3 0,0 2 0,0 1 0,0 1 0,0 4 0,0-4 0,0 8 0,0-3 0,0 0 0,0 3 0,0-5 0,0 1 0,0-2 0,0-3 0,0 2 0,2-4 0,-2 4 0,4-4 0,-2 4 0,3-4 0,-3 4 0,2-4 0,-2 4 0,2-5 0,0 3 0,-1-3 0,0 0 0,-1 0 0,1 0 0,0 0 0,0 0 0,1 0 0,0 0 0,0 1 0,0-1 0,0 0 0,0-2 0,-2 1 0,1-3 0,-3 2 0,3-3 0,-2 1 0,2-2 0,-2 0 0,5 1 0,-1 0 0,6 1 0,18 5 0,-7-3 0,17 5 0,-21-5 0,-1 0 0,-8-2 0,-4-2 0,-1 0 0,-1-2 0,1 0 0,-2 1 0,1 0 0,-1 0 0,1-1 0,1 0 0,1 0 0,1 0 0,2 2 0,0-2 0,0 2 0,0-2 0,0 2 0,-1-2 0,0 2 0,-3-2 0,2 0 0,-3 0 0,3 0 0,-2 0 0,1 0 0,-1 0 0,-1 0 0,3 0 0,-2 0 0,1 0 0,1 0 0,-2-2 0,3 0 0,-3-1 0,4-3 0,-4 0 0,4-1 0,-3-3 0,0 3 0,2-3 0,-3 1 0,2-1 0,-2-1 0,1-3 0,-1 0 0,1 0 0,-2-3 0,-1 3 0,-2-3 0,0 3 0,0 0 0,0 1 0,0-1 0,0 3 0,0-3 0,0 6 0,0-3 0,0 3 0,0 0 0,0 0 0,0 0 0,0-1 0,0 1 0,0 0 0,0-3 0,2-1 0,-2 0 0,4-2 0,-3 3 0,1 0 0,-2-2 0,2 1 0,-2-1 0,2-1 0,-2 0 0,0 0 0,0 0 0,0 1 0,0-1 0,0-3 0,0 3 0,0-3 0,0 0 0,0 2 0,-4-1 0,1 2 0,-4 0 0,1 3 0,-1-2 0,1 1 0,-1 1 0,1-2 0,1 4 0,-1-1 0,2 3 0,0 0 0,0 3 0,2-2 0,-1 4 0,2-1 0,-2 3 0,1-3 0,-3 2 0,-1-2 0,-2 1 0,-3-3 0,0 3 0,-3-2 0,-3 1 0,3-1 0,-3 1 0,3-1 0,1 1 0,1 1 0,2 0 0,4 0 0,0 2 0,2-2 0,1 2 0,0 0 0,-1 0 0,3-2 0,-2 2 0,3-1 0,-2 1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3T08:48:44.79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0 24575,'0'26'0,"0"0"0,0 15 0,0-11 0,0 5 0,0-5 0,3 7 0,0-4 0,0-1 0,2-3 0,-2-1 0,3 0 0,0 0 0,-1-3 0,0-1 0,1-4 0,-1 1 0,-2-1 0,1 1 0,-1-1 0,0-2 0,1 1 0,-3-4 0,1 2 0,0-1 0,-1 2 0,1-1 0,0 0 0,-1 0 0,3-3 0,-4 6 0,4-2 0,-3-3 0,1-3 0,-1-6 0,0-3 0,0 1 0,-1-1 0,0-2 0,0-10 0,0 0 0,0-12 0,0 4 0,0-11 0,0-2 0,-2-7 0,-1 7 0,-3-5 0,0 5 0,2-7 0,2 4 0,2 0 0,0 5 0,0 3 0,0 1 0,0 4 0,0-1 0,0 1 0,0-4 0,0 2 0,2-5 0,1 6 0,5-7 0,-2 7 0,2-3 0,-3 6 0,-1 4 0,-1 4 0,0 3 0,-3 2 0,2 1 0,-2 1 0,2-1 0,0-1 0,1 1 0,1-4 0,0 2 0,0-2 0,2 0 0,0 2 0,0-2 0,0 4 0,-2 0 0,-1 1 0,1 2 0,-1-2 0,1 3 0,-1-2 0,1 2 0,1 0 0,1 0 0,2 0 0,3 0 0,0 0 0,0 2 0,2 0 0,-2 3 0,1-1 0,-2 0 0,-4 0 0,2 2 0,-4-2 0,3 3 0,-3-3 0,2 4 0,-2 0 0,2 1 0,-1 4 0,1-1 0,-1 1 0,-1 1 0,1 0 0,1-1 0,-1 1 0,2-3 0,-3 3 0,-1-3 0,-1 0 0,-2 2 0,0-4 0,0 4 0,0-4 0,0 1 0,0-2 0,0 0 0,0 0 0,-2 0 0,-2 1 0,-1-1 0,-2-2 0,2 1 0,-3-2 0,2 3 0,-6-2 0,3 0 0,-5 0 0,5-2 0,-4-1 0,-1 1 0,-1-4 0,-4 3 0,4-3 0,-2 0 0,3 0 0,3 0 0,1 0 0,3 0 0,0 0 0,4-2 0,-2 2 0,3-2 0,0 2 0,1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3T08:48:46.55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6 24575,'13'0'0,"4"-2"0,4 1 0,7-1 0,-7 2 0,6 0 0,-5 0 0,5 0 0,-6 4 0,3 2 0,-2 10 0,-4-3 0,1 6 0,-7-4 0,0-1 0,-3 0 0,-2 0 0,0-1 0,-2 1 0,-1 0 0,1 0 0,-3-1 0,2-1 0,-4 1 0,2-2 0,-2 0 0,0 2 0,0-4 0,0 4 0,0-4 0,0 1 0,-7 2 0,2-3 0,-10 3 0,7-6 0,-6 3 0,6-4 0,-3 1 0,0-2 0,3-2 0,-5 3 0,4-5 0,0 2 0,2-2 0,2 0 0,0 0 0,1 0 0,1 0 0,1 0 0,0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3T08:48:53.52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183 1 24575,'-8'0'0,"1"0"0,2 0 0,-1 0 0,-6 0 0,3 0 0,-2 0 0,5 0 0,-2 0 0,2 3 0,-5 3 0,2 0 0,-3 3 0,4-3 0,1 1 0,0 1 0,1-1 0,-1 1 0,1 0 0,2-1 0,0-1 0,2-1 0,-1-2 0,3 0 0,-2 1 0,2-1 0,0 0 0,0 0 0,0 0 0,0 2 0,-2 1 0,2 1 0,-4 1 0,4-1 0,-4 3 0,3-2 0,-1 2 0,0-2 0,2-1 0,-2-1 0,2-1 0,0-2 0,0 1 0,0-1 0,0 0 0,0 0 0,0 0 0,0 0 0,2 5 0,1 0 0,1 5 0,1 0 0,-1 0 0,3 2 0,1-1 0,-1-1 0,2-1 0,-5-3 0,2-1 0,-2-3 0,0-2 0,-1 0 0,-1 1 0,1-3 0,-1 2 0,1-2 0,0 0 0,-1 0 0,1 0 0,-1 0 0,0 1 0,1-2 0,-2 1 0,1 1 0,1-2 0,-1 3 0,4-3 0,2 3 0,3 0 0,6 1 0,-2 1 0,1 1 0,-2-1 0,0 1 0,-3-2 0,0 0 0,-5-1 0,-1-1 0,-1 0 0,-1-2 0,1 0 0,-1 0 0,0 0 0,1 0 0,-1 0 0,3 0 0,0 0 0,2 0 0,0 0 0,0 0 0,-2 0 0,1-2 0,-3 2 0,2-2 0,-3 2 0,1 0 0,-2 0 0,-1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3T08:49:37.07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68 483 24575,'7'0'0,"12"0"0,-7 0 0,8 2 0,-12 0 0,2 2 0,-1-1 0,2 0 0,-3-2 0,0 1 0,0-2 0,0 0 0,3 2 0,-3-2 0,5 2 0,-4-2 0,2 0 0,-3 0 0,0 0 0,0 0 0,-2 0 0,1 0 0,-3 0 0,2 0 0,-2 0 0,-1 0 0,0 0 0,1 0 0,-1 0 0,1 0 0,-1 0 0,3 0 0,0 0 0,2 0 0,0 0 0,0 0 0,0 0 0,-2 0 0,0 0 0,-3 0 0,1 0 0,-1 0 0,0 0 0,1 0 0,-1 0 0,0 0 0,1 0 0,5 0 0,-3 0 0,6 0 0,-6 0 0,1 0 0,-3 0 0,2 0 0,-3 0 0,1 0 0,-1 0 0,1 0 0,-1 0 0,-1-1 0,0-1 0,-2-3 0,0-2 0,0-3 0,0 1 0,0-4 0,0 2 0,0-1 0,0-1 0,0 4 0,0-4 0,0 5 0,0-6 0,0 6 0,0-3 0,0 0 0,0 3 0,0-3 0,0 3 0,-2 2 0,2-2 0,-2 2 0,2-2 0,0 2 0,0 0 0,0 1 0,0 1 0,0-2 0,0 3 0,0 0 0,0-3 0,0 0 0,0-2 0,0 2 0,0-1 0,0 3 0,0-2 0,0 2 0,0 1 0,0 0 0,0-3 0,0-2 0,0-1 0,0-4 0,0 1 0,0-1 0,0 1 0,0 2 0,0 2 0,0 0 0,0 2 0,0 0 0,0 3 0,0 0 0,0-3 0,0 0 0,0-2 0,0-2 0,0 4 0,0-1 0,0 3 0,0 1 0,0-1 0,0 1 0,0 0 0,0-1 0,0 1 0,0-1 0,0 0 0,0 1 0,-1 1 0,-1 1 0,-1 1 0,0 0 0,-2 0 0,-1 0 0,-1 0 0,1 0 0,-2 0 0,4 0 0,-3 0 0,3-4 0,-1 4 0,2-4 0,-3 4 0,2 0 0,-3 0 0,1 0 0,-2 0 0,2 0 0,-2 0 0,4 0 0,-2 0 0,3 0 0,0 0 0,0 0 0,-3 0 0,2 0 0,-1 0 0,1 0 0,1 0 0,-2 0 0,-1 0 0,-1 0 0,-1 0 0,-9 0 0,4 0 0,-10 0 0,10 0 0,-1 0 0,8 0 0,0 0 0,3 0 0,0 0 0,-3 0 0,0 0 0,-4 0 0,-5 0 0,3 0 0,-3 0 0,7 0 0,2 0 0,1 0 0,1 0 0,1 0 0,-1 0 0,1 0 0,0 0 0,-3 0 0,-6 0 0,2 0 0,-4 0 0,4 0 0,1 0 0,-2 0 0,5 0 0,-2 0 0,4 0 0,1 0 0,1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3T08:49:44.48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68 483 24575,'7'0'0,"12"0"0,-7 0 0,8 2 0,-12 0 0,2 2 0,-1-1 0,2 0 0,-3-2 0,0 1 0,0-2 0,0 0 0,3 2 0,-3-2 0,5 2 0,-4-2 0,2 0 0,-3 0 0,0 0 0,0 0 0,-2 0 0,1 0 0,-3 0 0,2 0 0,-2 0 0,-1 0 0,0 0 0,1 0 0,-1 0 0,1 0 0,-1 0 0,3 0 0,0 0 0,2 0 0,0 0 0,0 0 0,0 0 0,-2 0 0,0 0 0,-3 0 0,1 0 0,-1 0 0,0 0 0,1 0 0,-1 0 0,0 0 0,1 0 0,5 0 0,-3 0 0,6 0 0,-6 0 0,1 0 0,-3 0 0,2 0 0,-3 0 0,1 0 0,-1 0 0,1 0 0,-1 0 0,-1-1 0,0-1 0,-2-3 0,0-2 0,0-3 0,0 1 0,0-4 0,0 2 0,0-1 0,0-1 0,0 4 0,0-4 0,0 5 0,0-6 0,0 6 0,0-3 0,0 0 0,0 3 0,0-3 0,0 3 0,-2 2 0,2-2 0,-2 2 0,2-2 0,0 2 0,0 0 0,0 1 0,0 1 0,0-2 0,0 3 0,0 0 0,0-3 0,0 0 0,0-2 0,0 2 0,0-1 0,0 3 0,0-2 0,0 2 0,0 1 0,0 0 0,0-3 0,0-2 0,0-1 0,0-4 0,0 1 0,0-1 0,0 1 0,0 2 0,0 2 0,0 0 0,0 2 0,0 0 0,0 3 0,0 0 0,0-3 0,0 0 0,0-2 0,0-2 0,0 4 0,0-1 0,0 3 0,0 1 0,0-1 0,0 1 0,0 0 0,0-1 0,0 1 0,0-1 0,0 0 0,0 1 0,-1 1 0,-1 1 0,-1 1 0,0 0 0,-2 0 0,-1 0 0,-1 0 0,1 0 0,-2 0 0,4 0 0,-3 0 0,3-4 0,-1 4 0,2-4 0,-3 4 0,2 0 0,-3 0 0,1 0 0,-2 0 0,2 0 0,-2 0 0,4 0 0,-2 0 0,3 0 0,0 0 0,0 0 0,-3 0 0,2 0 0,-1 0 0,1 0 0,1 0 0,-2 0 0,-1 0 0,-1 0 0,-1 0 0,-9 0 0,4 0 0,-10 0 0,10 0 0,-1 0 0,8 0 0,0 0 0,3 0 0,0 0 0,-3 0 0,0 0 0,-4 0 0,-5 0 0,3 0 0,-3 0 0,7 0 0,2 0 0,1 0 0,1 0 0,1 0 0,-1 0 0,1 0 0,0 0 0,-3 0 0,-6 0 0,2 0 0,-4 0 0,4 0 0,1 0 0,-2 0 0,5 0 0,-2 0 0,4 0 0,1 0 0,1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3T08:51:36.1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24575,'9'0'0,"0"0"0,17 0 0,-6 0 0,12 0 0,-9 0 0,-1 0 0,8 0 0,-9 2 0,6 0 0,-11 2 0,0 0 0,-2-2 0,0 2 0,-3-4 0,0 3 0,-3-2 0,3 0 0,-4-1 0,1 0 0,-1 0 0,-1 0 0,1 0 0,-3 0 0,2 0 0,-2 0 0,2 0 0,-3 0 0,1 0 0,-1 0 0,0 0 0,-2 2 0,0 4 0,-1 2 0,4 3 0,-2 2 0,6 1 0,-4 3 0,2-3 0,-2-1 0,-1-4 0,0-1 0,1 1 0,-2-2 0,1 1 0,-3-2 0,1 1 0,-1-1 0,0 1 0,2 1 0,-2-1 0,2 1 0,0 1 0,-2-2 0,2 1 0,-2-1 0,1-1 0,0 1 0,0-1 0,-1 0 0,0-1 0,0 1 0,0-3 0,0 2 0,0-1 0,0-1 0,0 2 0,0-1 0,0-1 0,0 2 0,0-1 0,0-1 0,0 2 0,0-2 0,0 0 0,0-1 0,0 1 0,0 0 0,0 1 0,0 0 0,0 3 0,0-2 0,0-1 0,0-1 0,0 0 0,0-1 0,0 1 0,-1-1 0,-2-1 0,-4-1 0,-3 0 0,-6 0 0,5 0 0,-5 0 0,5 0 0,1 0 0,-3 0 0,6 1 0,-1 1 0,3 0 0,1-1 0,1-1 0,0 0 0,-1 0 0,-1 0 0,-4 0 0,2 0 0,-3 0 0,-1 0 0,-1 0 0,-1 0 0,2 2 0,0-2 0,2 2 0,0-2 0,4 0 0,1 0 0,1 0 0,0 0 0,-2 0 0,0 0 0,-2 0 0,1 0 0,-1 0 0,1 0 0,1 0 0,0 0 0,3 0 0,-1 0 0,0 0 0,1 0 0,-1 0 0,-3 0 0,0 0 0,-3 0 0,2 0 0,1 0 0,1 0 0,2 0 0,0 0 0,-2 0 0,0 0 0,-2 0 0,1 0 0,1 0 0,0 0 0,2 0 0,1 0 0,0 0 0,1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3T08:51:41.7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24575,'11'0'0,"2"0"0,19 0 0,-9 0 0,12 0 0,-2 0 0,-8 2 0,12 6 0,-16-2 0,0 4 0,-10-6 0,-2 2 0,-3-3 0,0 0 0,-1 0 0,-2-1 0,-2 1 0,-1 0 0,0 0 0,0 3 0,-2 1 0,-4 9 0,1 2 0,-6 4 0,4 4 0,2-6 0,-4 8 0,8-4 0,-6 6 0,7-4 0,-3 0 0,3-4 0,0-2 0,0-1 0,0-3 0,0 1 0,0-3 0,0 1 0,0-3 0,0 4 0,0-5 0,0 2 0,0-2 0,0-2 0,0 0 0,0-3 0,0-1 0,0-1 0,0-1 0,0 0 0,-2-1 0,-1-1 0,-7-1 0,0 0 0,-6 0 0,2 0 0,-5 0 0,0 0 0,-1 0 0,3 0 0,4 0 0,2 0 0,2 0 0,2 0 0,2 0 0,3 0 0,0 0 0,1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3T08:51:47.9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 0 24575,'0'12'0,"0"1"0,0 16 0,0-3 0,0 11 0,0-9 0,0-2 0,0-3 0,0-1 0,0-3 0,0 0 0,0-7 0,0 0 0,0-3 0,0-2 0,0-1 0,0-2 0,0-1 0,0 1 0,0 0 0,0 0 0,0 2 0,0 1 0,0 4 0,0 2 0,0 2 0,0 0 0,0 4 0,0-3 0,-3 2 0,3-3 0,-3-2 0,3 1 0,0-4 0,-2 1 0,1 1 0,-1-2 0,2 1 0,-3 1 0,3 1 0,-3 2 0,3-3 0,-2 3 0,1-6 0,-2 3 0,1 0 0,1-5 0,-1 4 0,2-4 0,0-1 0,-2 1 0,1-4 0,-1 1 0,2-2 0,0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3T08:51:52.3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288 0 24575,'-16'24'0,"-15"17"0,11-16 0,-11 12 0,16-21 0,5-1 0,-3-2 0,4 2 0,1-6 0,0 3 0,0-3 0,2 3 0,-1-3 0,1 6 0,-2-3 0,2 3 0,-3 4 0,0 0 0,2 4 0,-5-4 0,5 3 0,-1-6 0,2 2 0,0-3 0,1-2 0,1-4 0,0 0 0,3-5 0,-1 2 0,2-2 0,-2-2 0,2 2 0,-2-2 0,2 1 0,0 6 0,0-1 0,0 10 0,0-5 0,0 5 0,2 1 0,2-3 0,5 6 0,0-6 0,0 2 0,2-6 0,-3 0 0,0-3 0,1-2 0,-3-1 0,3 0 0,-1-1 0,2 2 0,0-3 0,-3 0 0,3 1 0,-2-3 0,2 2 0,0-4 0,3 2 0,-2-2 0,2 0 0,-3 0 0,4 0 0,-3 0 0,2-2 0,0-3 0,-2-2 0,3-5 0,-4 2 0,2-4 0,-2 4 0,-2-2 0,2 3 0,-5 3 0,2-3 0,-2 5 0,0-3 0,-1 4 0,1-4 0,-1 3 0,-1-5 0,1 3 0,-3-3 0,4-3 0,-5 0 0,6-7 0,-3 3 0,0-6 0,0 6 0,-3-2 0,0 2 0,0 1 0,0 3 0,0 0 0,0 3 0,0 0 0,0 2 0,-9-3 0,5 5 0,-11-4 0,8 7 0,-3-2 0,-1 2 0,1-1 0,0-1 0,0 4 0,-3-5 0,2 5 0,-6-3 0,6 3 0,-5 0 0,1 0 0,1 0 0,-2 0 0,5 0 0,-3 2 0,4 1 0,3 1 0,-3 1 0,5-2 0,-2 2 0,2-2 0,3 1 0,-2-1 0,3 0 0,-3-3 0,4 3 0,-2-2 0,2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3T08:51:58.5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6 744 24575,'0'-19'0,"0"1"0,0 6 0,0 0 0,0 3 0,0 2 0,0-1 0,0 4 0,0-3 0,0 4 0,0-1 0,0-5 0,0-1 0,0-9 0,0 0 0,0-4 0,0-3 0,0 2 0,0-2 0,0-1 0,0 4 0,0-4 0,-2 8 0,1-3 0,-2 6 0,3-6 0,0 6 0,0-6 0,0 6 0,0-6 0,0 6 0,0-2 0,0 2 0,0 1 0,0 0 0,0 2 0,0-1 0,0 4 0,0-2 0,0 4 0,0-1 0,0 0 0,3 0 0,0 0 0,2 0 0,-1 2 0,1-1 0,0 3 0,0-3 0,-1 3 0,1-1 0,-1 2 0,3 0 0,-2 2 0,5-2 0,-3 1 0,4-1 0,-4 1 0,3-1 0,-3 4 0,3-2 0,0 2 0,4 0 0,-3 0 0,5 0 0,-5 0 0,5 0 0,-5 0 0,3 0 0,-4 0 0,-3 0 0,3 0 0,-5 0 0,2 0 0,-3 0 0,1 0 0,-3 1 0,2 0 0,-2 2 0,3 1 0,6 6 0,-1 6 0,5 1 0,2 6 0,0-2 0,1 6 0,-2-2 0,-3-2 0,-1-5 0,-3-5 0,-1-1 0,-5-4 0,1-1 0,-4-1 0,2 0 0,-2 1 0,0 2 0,0 0 0,0 0 0,0 0 0,0 2 0,-4-1 0,-3 4 0,-3-4 0,-4 2 0,3-3 0,-5 1 0,5-3 0,-6 3 0,-1-5 0,0 3 0,-7-5 0,3-1 0,-4-2 0,1 0 0,3 0 0,-3 0 0,7-2 0,-7-4 0,7 0 0,-3-4 0,6 3 0,-6-3 0,12 3 0,-6 1 0,11 2 0,-1 2 0,1-2 0,1 4 0,1-2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3T08:52:02.3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24575,'16'0'0,"2"0"0,-3 0 0,2 0 0,0 0 0,-3 0 0,3 0 0,-7 0 0,4 0 0,-7 0 0,0 0 0,-2 0 0,-1 0 0,1 2 0,-3 0 0,0 2 0,-2 0 0,2 0 0,0-1 0,3 1 0,2 0 0,0 3 0,7 0 0,-3 5 0,3-2 0,-4 2 0,0-5 0,1 1 0,-4-3 0,0 1 0,-3-2 0,1 0 0,-3 0 0,0-1 0,0 1 0,-1 0 0,1 0 0,-2 0 0,0 0 0,0-1 0,0 1 0,0 2 0,2 1 0,-2 5 0,3-3 0,-1 3 0,-1-5 0,1 1 0,-2-3 0,0 1 0,0-2 0,0-1 0,0 1 0,0 0 0,0 0 0,0 0 0,-2-2 0,0-1 0,-3-1 0,1 0 0,-1 0 0,1 0 0,0 0 0,0 0 0,-1 0 0,1 0 0,0 0 0,0 0 0,0 0 0,-3 0 0,-3 2 0,-5 1 0,1 2 0,1 2 0,3-2 0,-1 1 0,4-2 0,0 0 0,2 0 0,1-2 0,0 0 0,-6 0 0,1 3 0,-7 3 0,5-1 0,-2 0 0,2-3 0,4 0 0,-3 1 0,5-1 0,0 0 0,3-2 0,2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3T08:52:05.1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235 0 24575,'-9'6'0,"0"0"0,1 3 0,-1-2 0,3-1 0,-1-2 0,3 0 0,1 0 0,-1 0 0,2-2 0,-1 2 0,-1-2 0,2 2 0,-3 0 0,1-1 0,0 1 0,-3 2 0,1 1 0,-1 0 0,2 1 0,0-1 0,0 0 0,1-1 0,1-2 0,-1-1 0,1 3 0,-1-1 0,-4 3 0,3-1 0,-3 5 0,-2 4 0,3-3 0,-3 6 0,5-10 0,-1 3 0,3 0 0,-1-3 0,1 3 0,0-3 0,-1 0 0,1 0 0,0-2 0,-2 1 0,5-4 0,-5 2 0,5-2 0,-2 0 0,2 0 0,-2 0 0,2 0 0,-2-1 0,2 1 0,0 2 0,0 0 0,0 3 0,5 3 0,0-2 0,7 4 0,2-1 0,1 0 0,0 0 0,1-3 0,-5-1 0,3 0 0,-7-2 0,0-1 0,-2-2 0,-1 0 0,0-2 0,1 0 0,-1-2 0,0 0 0,1 2 0,2-2 0,3 2 0,1-2 0,3 0 0,-4 2 0,0-2 0,0 2 0,-2-2 0,-2 0 0,-1 0 0,-1 0 0,1 0 0,-1 0 0,0 0 0,0 0 0,0 0 0,0 0 0,0 0 0,1 0 0,-1 0 0,0 0 0,0 0 0,1 0 0,-3 0 0,0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4T08:28:09.04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68 483 24575,'7'0'0,"12"0"0,-7 0 0,8 2 0,-12 0 0,2 2 0,-1-1 0,2 0 0,-3-2 0,0 1 0,0-2 0,0 0 0,3 2 0,-3-2 0,5 2 0,-4-2 0,2 0 0,-3 0 0,0 0 0,0 0 0,-2 0 0,1 0 0,-3 0 0,2 0 0,-2 0 0,-1 0 0,0 0 0,1 0 0,-1 0 0,1 0 0,-1 0 0,3 0 0,0 0 0,2 0 0,0 0 0,0 0 0,0 0 0,-2 0 0,0 0 0,-3 0 0,1 0 0,-1 0 0,0 0 0,1 0 0,-1 0 0,0 0 0,1 0 0,5 0 0,-3 0 0,6 0 0,-6 0 0,1 0 0,-3 0 0,2 0 0,-3 0 0,1 0 0,-1 0 0,1 0 0,-1 0 0,-1-1 0,0-1 0,-2-3 0,0-2 0,0-3 0,0 1 0,0-4 0,0 2 0,0-1 0,0-1 0,0 4 0,0-4 0,0 5 0,0-6 0,0 6 0,0-3 0,0 0 0,0 3 0,0-3 0,0 3 0,-2 2 0,2-2 0,-2 2 0,2-2 0,0 2 0,0 0 0,0 1 0,0 1 0,0-2 0,0 3 0,0 0 0,0-3 0,0 0 0,0-2 0,0 2 0,0-1 0,0 3 0,0-2 0,0 2 0,0 1 0,0 0 0,0-3 0,0-2 0,0-1 0,0-4 0,0 1 0,0-1 0,0 1 0,0 2 0,0 2 0,0 0 0,0 2 0,0 0 0,0 3 0,0 0 0,0-3 0,0 0 0,0-2 0,0-2 0,0 4 0,0-1 0,0 3 0,0 1 0,0-1 0,0 1 0,0 0 0,0-1 0,0 1 0,0-1 0,0 0 0,0 1 0,-1 1 0,-1 1 0,-1 1 0,0 0 0,-2 0 0,-1 0 0,-1 0 0,1 0 0,-2 0 0,4 0 0,-3 0 0,3-4 0,-1 4 0,2-4 0,-3 4 0,2 0 0,-3 0 0,1 0 0,-2 0 0,2 0 0,-2 0 0,4 0 0,-2 0 0,3 0 0,0 0 0,0 0 0,-3 0 0,2 0 0,-1 0 0,1 0 0,1 0 0,-2 0 0,-1 0 0,-1 0 0,-1 0 0,-9 0 0,4 0 0,-10 0 0,10 0 0,-1 0 0,8 0 0,0 0 0,3 0 0,0 0 0,-3 0 0,0 0 0,-4 0 0,-5 0 0,3 0 0,-3 0 0,7 0 0,2 0 0,1 0 0,1 0 0,1 0 0,-1 0 0,1 0 0,0 0 0,-3 0 0,-6 0 0,2 0 0,-4 0 0,4 0 0,1 0 0,-2 0 0,5 0 0,-2 0 0,4 0 0,1 0 0,1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4T08:28:11.73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68 483 24575,'7'0'0,"12"0"0,-7 0 0,8 2 0,-12 0 0,2 2 0,-1-1 0,2 0 0,-3-2 0,0 1 0,0-2 0,0 0 0,3 2 0,-3-2 0,5 2 0,-4-2 0,2 0 0,-3 0 0,0 0 0,0 0 0,-2 0 0,1 0 0,-3 0 0,2 0 0,-2 0 0,-1 0 0,0 0 0,1 0 0,-1 0 0,1 0 0,-1 0 0,3 0 0,0 0 0,2 0 0,0 0 0,0 0 0,0 0 0,-2 0 0,0 0 0,-3 0 0,1 0 0,-1 0 0,0 0 0,1 0 0,-1 0 0,0 0 0,1 0 0,5 0 0,-3 0 0,6 0 0,-6 0 0,1 0 0,-3 0 0,2 0 0,-3 0 0,1 0 0,-1 0 0,1 0 0,-1 0 0,-1-1 0,0-1 0,-2-3 0,0-2 0,0-3 0,0 1 0,0-4 0,0 2 0,0-1 0,0-1 0,0 4 0,0-4 0,0 5 0,0-6 0,0 6 0,0-3 0,0 0 0,0 3 0,0-3 0,0 3 0,-2 2 0,2-2 0,-2 2 0,2-2 0,0 2 0,0 0 0,0 1 0,0 1 0,0-2 0,0 3 0,0 0 0,0-3 0,0 0 0,0-2 0,0 2 0,0-1 0,0 3 0,0-2 0,0 2 0,0 1 0,0 0 0,0-3 0,0-2 0,0-1 0,0-4 0,0 1 0,0-1 0,0 1 0,0 2 0,0 2 0,0 0 0,0 2 0,0 0 0,0 3 0,0 0 0,0-3 0,0 0 0,0-2 0,0-2 0,0 4 0,0-1 0,0 3 0,0 1 0,0-1 0,0 1 0,0 0 0,0-1 0,0 1 0,0-1 0,0 0 0,0 1 0,-1 1 0,-1 1 0,-1 1 0,0 0 0,-2 0 0,-1 0 0,-1 0 0,1 0 0,-2 0 0,4 0 0,-3 0 0,3-4 0,-1 4 0,2-4 0,-3 4 0,2 0 0,-3 0 0,1 0 0,-2 0 0,2 0 0,-2 0 0,4 0 0,-2 0 0,3 0 0,0 0 0,0 0 0,-3 0 0,2 0 0,-1 0 0,1 0 0,1 0 0,-2 0 0,-1 0 0,-1 0 0,-1 0 0,-9 0 0,4 0 0,-10 0 0,10 0 0,-1 0 0,8 0 0,0 0 0,3 0 0,0 0 0,-3 0 0,0 0 0,-4 0 0,-5 0 0,3 0 0,-3 0 0,7 0 0,2 0 0,1 0 0,1 0 0,1 0 0,-1 0 0,1 0 0,0 0 0,-3 0 0,-6 0 0,2 0 0,-4 0 0,4 0 0,1 0 0,-2 0 0,5 0 0,-2 0 0,4 0 0,1 0 0,1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1T14:51:12.6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24575,'0'0'0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1T14:51:21.9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65 24575,'12'0'0,"5"0"0,14 0 0,1 0 0,19 0 0,-3 0 0,11 0 0,1 0 0,-7 0 0,11 0 0,-9 0 0,16 0 0,-10 0 0,15 0 0,-14 0 0,3 0 0,-7 0 0,-11 0 0,6 0 0,-7 0 0,12 0 0,-8 0 0,8 0 0,-21 0 0,8 0 0,-8 0 0,9 0 0,-4 0 0,3 0 0,-8-3 0,3 2 0,-9-2 0,4 0 0,-4 2 0,0-2 0,3 0 0,-3 2 0,10-5 0,-5 5 0,5-6 0,-1 6 0,2-2 0,-1 3 0,20 0 0,-20 0 0,15 0 0,-16 0 0,-3 0 0,8 0 0,-8 0 0,8 0 0,-3 0 0,0 0 0,3-3 0,-3 2 0,-1-3 0,-1 4 0,-4 0 0,-5-3 0,3 3 0,-7-3 0,7 3 0,-7 0 0,7-3 0,-2 2 0,3-2 0,0 3 0,1-3 0,-1 2 0,1-2 0,-1 3 0,0 0 0,-3 0 0,2 0 0,-3 0 0,0 0 0,3 0 0,-7 0 0,7 0 0,13 0 0,-12 0 0,15 0 0,-19 0 0,5 0 0,-5 0 0,3 0 0,-7 0 0,7 0 0,-7 0 0,3 0 0,-4 0 0,-1 0 0,1 0 0,0 2 0,-1-1 0,5 5 0,2-5 0,-1 2 0,3 0 0,-3-2 0,4 2 0,1-3 0,-1 3 0,12-2 0,-9 2 0,5-3 0,-9 0 0,-7 3 0,3-2 0,-4 2 0,-1-3 0,5 0 0,-7 0 0,6 0 0,-10 2 0,2-1 0,-7 1 0,-4-2 0,0 0 0,-5 0 0,2 0 0,-3 0 0,-1 2 0,-2-1 0,-1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1T14:51:30.8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24575,'14'0'0,"3"0"0,5 0 0,70 0 0,-56 0 0,51 0 0,-77 0 0,-1 0 0,-4 0 0,-1 3 0,1-2 0,-5 5 0,3-3 0,-1 3 0,1 1 0,3-4 0,-1 3 0,4-2 0,-2 2 0,5 1 0,-3 1 0,4-4 0,-3 2 0,-1-2 0,-4-1 0,2 3 0,-2-5 0,1 1 0,-6-2 0,3 3 0,-9 1 0,4 2 0,-2 4 0,-1 0 0,4 6 0,-4-6 0,5 5 0,-3-5 0,-1 4 0,4 7 0,-4-5 0,4 3 0,-2-5 0,2-2 0,-4 1 0,4-2 0,0 4 0,0-5 0,0 5 0,0-5 0,0 1 0,0 2 0,0 3 0,0 0 0,0 9 0,0-5 0,0 11 0,0-5 0,0 4 0,0-5 0,0 0 0,0-5 0,0 0 0,0-9 0,0-1 0,0-3 0,0-1 0,0 0 0,0 1 0,0-1 0,-1-3 0,-6 0 0,2-3 0,-4 0 0,4 0 0,-1 0 0,-3 0 0,3 0 0,-3 0 0,4 0 0,-2 0 0,2 0 0,0 0 0,-1 0 0,1 0 0,0 2 0,-2-2 0,2 6 0,0-6 0,0 6 0,-1-6 0,1 3 0,0 0 0,0-3 0,-2 3 0,2-3 0,0 0 0,0 0 0,0 0 0,0 0 0,0 0 0,0 0 0,-2 0 0,2 0 0,0 0 0,2 3 0,-2-2 0,5 3 0,-5-2 0,3-1 0,-3-1 0,1 0 0,3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1T14:51:35.8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61 24575,'25'0'0,"-5"0"0,83-23 0,-54 17 0,50-17 0,-64 20 0,-14 1 0,-3-2 0,-5 4 0,-4 0 0,0 0 0,-3 0 0,-1 0 0,-2 3 0,2-2 0,-4 4 0,1-1 0,1-1 0,-3 3 0,3-3 0,-1 1 0,-2 0 0,5 1 0,-5 1 0,3-1 0,-1 0 0,0-1 0,0 0 0,-2 2 0,0 1 0,0-1 0,0 0 0,0 1 0,0 4 0,0-4 0,0 6 0,0-6 0,0 8 0,0-5 0,0 6 0,0-6 0,0 4 0,0-3 0,0 3 0,0 1 0,0-4 0,0 4 0,0-5 0,0 2 0,0-2 0,0 0 0,0-3 0,0 3 0,0-4 0,0 0 0,0 1 0,0-1 0,0 0 0,0 1 0,0-1 0,0 0 0,0-1 0,0 3 0,0-2 0,1-1 0,1 3 0,0-3 0,-2 1 0,3 1 0,-3-1 0,5 0 0,-5 1 0,2-1 0,-2 1 0,3-1 0,-3 0 0,2 0 0,1 0 0,-2-1 0,3 1 0,-3 0 0,1 0 0,0-2 0,-1 2 0,2-3 0,-1 1 0,-2 1 0,3-1 0,0-1 0,-2 3 0,3-2 0,-3 2 0,1 0 0,-2-1 0,3 1 0,-3 0 0,3 0 0,-3 0 0,0 0 0,0-1 0,-3 0 0,0-4 0,-3-1 0,1 0 0,-4 0 0,3 0 0,-7 0 0,7 0 0,-7 0 0,7-3 0,-3 3 0,0-6 0,2 5 0,-4-6 0,-3 7 0,-4-3 0,-5 3 0,2 0 0,-6 0 0,-1 0 0,0 0 0,5 0 0,3 0 0,6 0 0,0 0 0,5 0 0,3 0 0,1 0 0,1 1 0,-1 1 0,2 1 0,-2-3 0,0 0 0,0 0 0,0 0 0,2-3 0,1-5 0,2-8 0,0 8 0,0-4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1T14:52:53.6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24575,'12'0'0,"2"0"0,5 0 0,58 0 0,-47 0 0,44 0 0,-66 0 0,0 0 0,-4 0 0,-1 2 0,1 0 0,-4 3 0,3-3 0,-1 3 0,0 1 0,3-4 0,0 3 0,2-1 0,-2 1 0,6 1 0,-3 0 0,2-2 0,-1 1 0,-2-2 0,-2 0 0,0 2 0,-1-4 0,2 0 0,-6-1 0,2 2 0,-7 2 0,3 1 0,-1 4 0,-1-1 0,3 6 0,-4-6 0,5 4 0,-2-3 0,-1 3 0,3 5 0,-3-3 0,3 1 0,-2-2 0,2-4 0,-3 2 0,3-1 0,0 2 0,0-3 0,0 3 0,0-3 0,0 1 0,0 1 0,0 2 0,0 0 0,0 8 0,0-4 0,0 9 0,0-4 0,0 4 0,0-6 0,0 1 0,0-4 0,0 0 0,0-8 0,0-1 0,0-2 0,0-1 0,0 0 0,0 1 0,0-1 0,-2-2 0,-3-1 0,1-2 0,-4 0 0,4 0 0,-1 0 0,-3 0 0,3 0 0,-3 0 0,4 0 0,-1 0 0,0 0 0,1 0 0,-1 0 0,1 0 0,-1 3 0,0-3 0,1 4 0,-1-4 0,1 5 0,-1-5 0,0 3 0,1-1 0,0-2 0,-1 3 0,0-3 0,1 0 0,0 0 0,-1 0 0,1 0 0,0 0 0,0 0 0,-2 0 0,2 0 0,0 0 0,2 2 0,-3-1 0,5 3 0,-4-3 0,2 0 0,-2-1 0,0 0 0,3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1T14:52:53.6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-1 61 24575,'25'0'0,"-6"0"0,84-23 0,-53 17 0,49-17 0,-65 20 0,-12 1 0,-4-2 0,-6 4 0,-3 0 0,0 0 0,-2 0 0,-2 0 0,-3 3 0,3-2 0,-3 4 0,0-1 0,1-1 0,-3 3 0,2-3 0,1 1 0,-3 0 0,5 1 0,-5 1 0,2-1 0,1 0 0,-2-1 0,2 0 0,-3 2 0,0 1 0,0-1 0,0 0 0,0 1 0,0 4 0,0-4 0,0 6 0,0-6 0,0 8 0,0-5 0,0 6 0,0-6 0,0 4 0,0-3 0,0 3 0,0 1 0,0-4 0,0 4 0,0-5 0,0 2 0,0-2 0,0 0 0,0-3 0,0 3 0,0-4 0,0 0 0,0 1 0,0-1 0,0 0 0,0 1 0,0-1 0,0 0 0,0-1 0,0 3 0,0-2 0,1-1 0,0 3 0,2-3 0,-3 1 0,2 1 0,-2-1 0,6 0 0,-6 1 0,2-1 0,-2 1 0,3-1 0,-3 0 0,2 0 0,1 0 0,-2-1 0,3 1 0,-3 0 0,0 0 0,2-2 0,-2 2 0,2-3 0,-1 1 0,-2 1 0,3-1 0,-1-1 0,0 3 0,1-2 0,-1 2 0,0 0 0,-2-1 0,3 1 0,-3 0 0,2 0 0,-2 0 0,0 0 0,0-1 0,-2 0 0,-1-4 0,-3-1 0,1 0 0,-4 0 0,2 0 0,-5 0 0,5 0 0,-5 0 0,5-3 0,-2 3 0,1-6 0,1 5 0,-4-6 0,-3 7 0,-4-3 0,-5 3 0,1 0 0,-4 0 0,-2 0 0,0 0 0,5 0 0,3 0 0,6 0 0,0 0 0,5 0 0,2 0 0,2 0 0,1 1 0,-1 1 0,3 1 0,-3-3 0,0 0 0,0 0 0,-1 0 0,4-3 0,-1-5 0,3-8 0,0 8 0,0-4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2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github.com/hackclub/dinosaurs/raw/main/smart_dinosaur_docs.png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www.w3schools.com/cssref/css_websafe_fonts.php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customXml" Target="../ink/ink6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customXml" Target="../ink/ink9.xml"/><Relationship Id="rId4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3.png"/><Relationship Id="rId18" Type="http://schemas.openxmlformats.org/officeDocument/2006/relationships/customXml" Target="../ink/ink17.xml"/><Relationship Id="rId26" Type="http://schemas.openxmlformats.org/officeDocument/2006/relationships/customXml" Target="../ink/ink21.xml"/><Relationship Id="rId39" Type="http://schemas.openxmlformats.org/officeDocument/2006/relationships/customXml" Target="../ink/ink28.xml"/><Relationship Id="rId21" Type="http://schemas.openxmlformats.org/officeDocument/2006/relationships/image" Target="../media/image47.png"/><Relationship Id="rId34" Type="http://schemas.openxmlformats.org/officeDocument/2006/relationships/customXml" Target="../ink/ink25.xml"/><Relationship Id="rId42" Type="http://schemas.openxmlformats.org/officeDocument/2006/relationships/image" Target="../media/image56.png"/><Relationship Id="rId7" Type="http://schemas.openxmlformats.org/officeDocument/2006/relationships/customXml" Target="../ink/ink12.xml"/><Relationship Id="rId2" Type="http://schemas.openxmlformats.org/officeDocument/2006/relationships/image" Target="../media/image29.png"/><Relationship Id="rId16" Type="http://schemas.openxmlformats.org/officeDocument/2006/relationships/customXml" Target="../ink/ink16.xml"/><Relationship Id="rId29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11" Type="http://schemas.openxmlformats.org/officeDocument/2006/relationships/image" Target="../media/image42.png"/><Relationship Id="rId24" Type="http://schemas.openxmlformats.org/officeDocument/2006/relationships/customXml" Target="../ink/ink20.xml"/><Relationship Id="rId32" Type="http://schemas.openxmlformats.org/officeDocument/2006/relationships/customXml" Target="../ink/ink24.xml"/><Relationship Id="rId37" Type="http://schemas.openxmlformats.org/officeDocument/2006/relationships/customXml" Target="../ink/ink27.xml"/><Relationship Id="rId40" Type="http://schemas.openxmlformats.org/officeDocument/2006/relationships/customXml" Target="../ink/ink29.xml"/><Relationship Id="rId45" Type="http://schemas.openxmlformats.org/officeDocument/2006/relationships/image" Target="../media/image57.png"/><Relationship Id="rId5" Type="http://schemas.openxmlformats.org/officeDocument/2006/relationships/customXml" Target="../ink/ink11.xml"/><Relationship Id="rId15" Type="http://schemas.openxmlformats.org/officeDocument/2006/relationships/image" Target="../media/image44.png"/><Relationship Id="rId23" Type="http://schemas.openxmlformats.org/officeDocument/2006/relationships/image" Target="../media/image48.png"/><Relationship Id="rId28" Type="http://schemas.openxmlformats.org/officeDocument/2006/relationships/customXml" Target="../ink/ink22.xml"/><Relationship Id="rId36" Type="http://schemas.openxmlformats.org/officeDocument/2006/relationships/image" Target="../media/image54.png"/><Relationship Id="rId10" Type="http://schemas.openxmlformats.org/officeDocument/2006/relationships/customXml" Target="../ink/ink13.xml"/><Relationship Id="rId19" Type="http://schemas.openxmlformats.org/officeDocument/2006/relationships/image" Target="../media/image46.png"/><Relationship Id="rId31" Type="http://schemas.openxmlformats.org/officeDocument/2006/relationships/image" Target="../media/image52.png"/><Relationship Id="rId44" Type="http://schemas.openxmlformats.org/officeDocument/2006/relationships/customXml" Target="../ink/ink32.xml"/><Relationship Id="rId4" Type="http://schemas.openxmlformats.org/officeDocument/2006/relationships/image" Target="../media/image38.png"/><Relationship Id="rId9" Type="http://schemas.openxmlformats.org/officeDocument/2006/relationships/image" Target="../media/image30.png"/><Relationship Id="rId14" Type="http://schemas.openxmlformats.org/officeDocument/2006/relationships/customXml" Target="../ink/ink15.xml"/><Relationship Id="rId22" Type="http://schemas.openxmlformats.org/officeDocument/2006/relationships/customXml" Target="../ink/ink19.xml"/><Relationship Id="rId27" Type="http://schemas.openxmlformats.org/officeDocument/2006/relationships/image" Target="../media/image50.png"/><Relationship Id="rId30" Type="http://schemas.openxmlformats.org/officeDocument/2006/relationships/customXml" Target="../ink/ink23.xml"/><Relationship Id="rId35" Type="http://schemas.openxmlformats.org/officeDocument/2006/relationships/customXml" Target="../ink/ink26.xml"/><Relationship Id="rId43" Type="http://schemas.openxmlformats.org/officeDocument/2006/relationships/customXml" Target="../ink/ink31.xml"/><Relationship Id="rId8" Type="http://schemas.openxmlformats.org/officeDocument/2006/relationships/image" Target="../media/image40.png"/><Relationship Id="rId3" Type="http://schemas.openxmlformats.org/officeDocument/2006/relationships/customXml" Target="../ink/ink10.xml"/><Relationship Id="rId12" Type="http://schemas.openxmlformats.org/officeDocument/2006/relationships/customXml" Target="../ink/ink14.xml"/><Relationship Id="rId17" Type="http://schemas.openxmlformats.org/officeDocument/2006/relationships/image" Target="../media/image45.png"/><Relationship Id="rId25" Type="http://schemas.openxmlformats.org/officeDocument/2006/relationships/image" Target="../media/image49.png"/><Relationship Id="rId33" Type="http://schemas.openxmlformats.org/officeDocument/2006/relationships/image" Target="../media/image53.png"/><Relationship Id="rId38" Type="http://schemas.openxmlformats.org/officeDocument/2006/relationships/image" Target="../media/image55.png"/><Relationship Id="rId20" Type="http://schemas.openxmlformats.org/officeDocument/2006/relationships/customXml" Target="../ink/ink18.xml"/><Relationship Id="rId41" Type="http://schemas.openxmlformats.org/officeDocument/2006/relationships/customXml" Target="../ink/ink30.xml"/></Relationships>
</file>

<file path=ppt/slides/_rels/slide2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4.png"/><Relationship Id="rId18" Type="http://schemas.openxmlformats.org/officeDocument/2006/relationships/customXml" Target="../ink/ink40.xml"/><Relationship Id="rId26" Type="http://schemas.openxmlformats.org/officeDocument/2006/relationships/customXml" Target="../ink/ink45.xml"/><Relationship Id="rId3" Type="http://schemas.openxmlformats.org/officeDocument/2006/relationships/image" Target="../media/image34.png"/><Relationship Id="rId21" Type="http://schemas.openxmlformats.org/officeDocument/2006/relationships/image" Target="../media/image67.png"/><Relationship Id="rId34" Type="http://schemas.openxmlformats.org/officeDocument/2006/relationships/customXml" Target="../ink/ink49.xml"/><Relationship Id="rId7" Type="http://schemas.openxmlformats.org/officeDocument/2006/relationships/image" Target="../media/image61.png"/><Relationship Id="rId12" Type="http://schemas.openxmlformats.org/officeDocument/2006/relationships/customXml" Target="../ink/ink37.xml"/><Relationship Id="rId17" Type="http://schemas.openxmlformats.org/officeDocument/2006/relationships/image" Target="../media/image66.png"/><Relationship Id="rId25" Type="http://schemas.openxmlformats.org/officeDocument/2006/relationships/image" Target="../media/image69.png"/><Relationship Id="rId33" Type="http://schemas.openxmlformats.org/officeDocument/2006/relationships/image" Target="../media/image73.png"/><Relationship Id="rId2" Type="http://schemas.openxmlformats.org/officeDocument/2006/relationships/image" Target="../media/image31.png"/><Relationship Id="rId16" Type="http://schemas.openxmlformats.org/officeDocument/2006/relationships/customXml" Target="../ink/ink39.xml"/><Relationship Id="rId20" Type="http://schemas.openxmlformats.org/officeDocument/2006/relationships/customXml" Target="../ink/ink42.xml"/><Relationship Id="rId29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4.xml"/><Relationship Id="rId11" Type="http://schemas.openxmlformats.org/officeDocument/2006/relationships/image" Target="../media/image63.png"/><Relationship Id="rId24" Type="http://schemas.openxmlformats.org/officeDocument/2006/relationships/customXml" Target="../ink/ink44.xml"/><Relationship Id="rId32" Type="http://schemas.openxmlformats.org/officeDocument/2006/relationships/customXml" Target="../ink/ink48.xml"/><Relationship Id="rId5" Type="http://schemas.openxmlformats.org/officeDocument/2006/relationships/image" Target="../media/image60.png"/><Relationship Id="rId15" Type="http://schemas.openxmlformats.org/officeDocument/2006/relationships/image" Target="../media/image65.png"/><Relationship Id="rId23" Type="http://schemas.openxmlformats.org/officeDocument/2006/relationships/image" Target="../media/image68.png"/><Relationship Id="rId28" Type="http://schemas.openxmlformats.org/officeDocument/2006/relationships/customXml" Target="../ink/ink46.xml"/><Relationship Id="rId10" Type="http://schemas.openxmlformats.org/officeDocument/2006/relationships/customXml" Target="../ink/ink36.xml"/><Relationship Id="rId19" Type="http://schemas.openxmlformats.org/officeDocument/2006/relationships/customXml" Target="../ink/ink41.xml"/><Relationship Id="rId31" Type="http://schemas.openxmlformats.org/officeDocument/2006/relationships/image" Target="../media/image72.png"/><Relationship Id="rId4" Type="http://schemas.openxmlformats.org/officeDocument/2006/relationships/customXml" Target="../ink/ink33.xml"/><Relationship Id="rId9" Type="http://schemas.openxmlformats.org/officeDocument/2006/relationships/image" Target="../media/image62.png"/><Relationship Id="rId14" Type="http://schemas.openxmlformats.org/officeDocument/2006/relationships/customXml" Target="../ink/ink38.xml"/><Relationship Id="rId22" Type="http://schemas.openxmlformats.org/officeDocument/2006/relationships/customXml" Target="../ink/ink43.xml"/><Relationship Id="rId27" Type="http://schemas.openxmlformats.org/officeDocument/2006/relationships/image" Target="../media/image70.png"/><Relationship Id="rId30" Type="http://schemas.openxmlformats.org/officeDocument/2006/relationships/customXml" Target="../ink/ink47.xml"/><Relationship Id="rId35" Type="http://schemas.openxmlformats.org/officeDocument/2006/relationships/customXml" Target="../ink/ink50.xml"/><Relationship Id="rId8" Type="http://schemas.openxmlformats.org/officeDocument/2006/relationships/customXml" Target="../ink/ink35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customXml" Target="../ink/ink53.xml"/><Relationship Id="rId13" Type="http://schemas.openxmlformats.org/officeDocument/2006/relationships/image" Target="../media/image80.png"/><Relationship Id="rId3" Type="http://schemas.openxmlformats.org/officeDocument/2006/relationships/image" Target="../media/image36.png"/><Relationship Id="rId7" Type="http://schemas.openxmlformats.org/officeDocument/2006/relationships/image" Target="../media/image77.png"/><Relationship Id="rId12" Type="http://schemas.openxmlformats.org/officeDocument/2006/relationships/customXml" Target="../ink/ink55.xml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2.xml"/><Relationship Id="rId11" Type="http://schemas.openxmlformats.org/officeDocument/2006/relationships/image" Target="../media/image79.png"/><Relationship Id="rId5" Type="http://schemas.openxmlformats.org/officeDocument/2006/relationships/image" Target="../media/image76.png"/><Relationship Id="rId10" Type="http://schemas.openxmlformats.org/officeDocument/2006/relationships/customXml" Target="../ink/ink54.xml"/><Relationship Id="rId4" Type="http://schemas.openxmlformats.org/officeDocument/2006/relationships/customXml" Target="../ink/ink51.xml"/><Relationship Id="rId9" Type="http://schemas.openxmlformats.org/officeDocument/2006/relationships/image" Target="../media/image78.png"/><Relationship Id="rId14" Type="http://schemas.openxmlformats.org/officeDocument/2006/relationships/customXml" Target="../ink/ink5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ACA2EA0-FFD3-42EC-9406-B595015ED9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D5288BCE-665C-472A-8C43-664BCFA31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8762" y="1247775"/>
            <a:ext cx="9144000" cy="3007447"/>
          </a:xfrm>
          <a:prstGeom prst="rect">
            <a:avLst/>
          </a:prstGeom>
          <a:solidFill>
            <a:schemeClr val="bg1"/>
          </a:solidFill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04987" y="1652444"/>
            <a:ext cx="8582025" cy="2177328"/>
          </a:xfrm>
        </p:spPr>
        <p:txBody>
          <a:bodyPr anchor="ctr">
            <a:normAutofit/>
          </a:bodyPr>
          <a:lstStyle/>
          <a:p>
            <a:r>
              <a:rPr lang="en-GB" sz="8800" b="1"/>
              <a:t>Toppings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6C57131-53A7-4C1A-BEA8-25F06A06A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7872" y="3912322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66988" y="3962400"/>
            <a:ext cx="7058025" cy="58102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2800" b="1">
                <a:solidFill>
                  <a:srgbClr val="FFFFFF"/>
                </a:solidFill>
              </a:rPr>
              <a:t>Your CSS Side-Quest </a:t>
            </a:r>
            <a:r>
              <a:rPr lang="en-GB" sz="2800" b="1">
                <a:solidFill>
                  <a:srgbClr val="FFFFFF"/>
                </a:solidFill>
                <a:sym typeface="Wingdings" pitchFamily="2" charset="2"/>
              </a:rPr>
              <a:t>:)</a:t>
            </a:r>
            <a:endParaRPr lang="en-GB" sz="2800" b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AD76F3E-3A97-486B-B402-44400A8B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BC9994-BAE1-95C6-A478-9FA7B671C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93788"/>
            <a:ext cx="10506455" cy="296720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Set up a basic website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0270B2-5E87-E0F5-3222-0865D901E9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00924" y="4619624"/>
            <a:ext cx="3946779" cy="103822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Useful if this is your first time doing it!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1F6B52-91F4-4AEB-B6DB-29FEBCF28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4331166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CD6F061-7C53-44F4-9794-953DB70A4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346882" y="2348839"/>
            <a:ext cx="54864" cy="39467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hlinkClick r:id="rId2" action="ppaction://hlinksldjump"/>
            <a:extLst>
              <a:ext uri="{FF2B5EF4-FFF2-40B4-BE49-F238E27FC236}">
                <a16:creationId xmlns:a16="http://schemas.microsoft.com/office/drawing/2014/main" id="{6F217CE9-765B-A9B6-3BE6-6242F2702C85}"/>
              </a:ext>
            </a:extLst>
          </p:cNvPr>
          <p:cNvSpPr txBox="1"/>
          <p:nvPr/>
        </p:nvSpPr>
        <p:spPr>
          <a:xfrm>
            <a:off x="6214349" y="266206"/>
            <a:ext cx="5827749" cy="46166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sz="2400"/>
              <a:t>Skip to </a:t>
            </a:r>
            <a:r>
              <a:rPr lang="en-GB" sz="2400">
                <a:hlinkClick r:id="rId2" action="ppaction://hlinksldjump"/>
              </a:rPr>
              <a:t>this slide </a:t>
            </a:r>
            <a:r>
              <a:rPr lang="en-GB" sz="2400"/>
              <a:t>if you’ve done this already</a:t>
            </a:r>
          </a:p>
        </p:txBody>
      </p:sp>
    </p:spTree>
    <p:extLst>
      <p:ext uri="{BB962C8B-B14F-4D97-AF65-F5344CB8AC3E}">
        <p14:creationId xmlns:p14="http://schemas.microsoft.com/office/powerpoint/2010/main" val="13386292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11F026-E0C4-2A10-367F-CF5FB7109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0" name="Rectangle 54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5CE84A-A0F3-A161-DD85-6C129C07A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anchor="b">
            <a:normAutofit/>
          </a:bodyPr>
          <a:lstStyle/>
          <a:p>
            <a:r>
              <a:rPr lang="en-GB" sz="3400" b="1"/>
              <a:t>CREATE YOUR HTML FILE</a:t>
            </a:r>
          </a:p>
        </p:txBody>
      </p:sp>
      <p:sp>
        <p:nvSpPr>
          <p:cNvPr id="61" name="Rectangle 56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923940-E9CF-3ABD-8B11-6C215DF574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2684095"/>
            <a:ext cx="4443154" cy="3492868"/>
          </a:xfr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buAutoNum type="arabicPeriod"/>
            </a:pPr>
            <a:r>
              <a:rPr lang="en-GB" sz="2000" dirty="0">
                <a:ea typeface="+mn-lt"/>
                <a:cs typeface="+mn-lt"/>
              </a:rPr>
              <a:t>Open VS code</a:t>
            </a:r>
          </a:p>
          <a:p>
            <a:pPr marL="342900" indent="-342900">
              <a:buAutoNum type="arabicPeriod"/>
            </a:pPr>
            <a:r>
              <a:rPr lang="en-GB" sz="2000" dirty="0">
                <a:ea typeface="+mn-lt"/>
                <a:cs typeface="+mn-lt"/>
              </a:rPr>
              <a:t>Click the + button at the top to create a new file.</a:t>
            </a:r>
          </a:p>
          <a:p>
            <a:pPr marL="342900" indent="-342900">
              <a:buAutoNum type="arabicPeriod"/>
            </a:pPr>
            <a:r>
              <a:rPr lang="en-GB" sz="2000" dirty="0">
                <a:ea typeface="+mn-lt"/>
                <a:cs typeface="+mn-lt"/>
              </a:rPr>
              <a:t>Name the file index.html.</a:t>
            </a:r>
          </a:p>
          <a:p>
            <a:pPr marL="0" indent="0">
              <a:buNone/>
            </a:pPr>
            <a:r>
              <a:rPr lang="en-GB" sz="2000" dirty="0">
                <a:ea typeface="+mn-lt"/>
                <a:cs typeface="+mn-lt"/>
              </a:rPr>
              <a:t>HTML (Hypertext Markup Language) is the basis of every website; it’s used to display content on the web!</a:t>
            </a:r>
            <a:endParaRPr lang="en-GB" sz="2000" dirty="0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B20C6A0-F52B-67A2-BDC2-3E315C4A02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145339"/>
            <a:ext cx="6440424" cy="407356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0CA726D-D290-344E-5228-8370FD05C631}"/>
                  </a:ext>
                </a:extLst>
              </p14:cNvPr>
              <p14:cNvContentPartPr/>
              <p14:nvPr/>
            </p14:nvContentPartPr>
            <p14:xfrm>
              <a:off x="9646581" y="806115"/>
              <a:ext cx="548149" cy="535255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0CA726D-D290-344E-5228-8370FD05C63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628597" y="788129"/>
                <a:ext cx="583757" cy="570867"/>
              </a:xfrm>
              <a:prstGeom prst="rect">
                <a:avLst/>
              </a:prstGeom>
            </p:spPr>
          </p:pic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58CFCF92-1F8D-89F3-906A-BB60C6E1B6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8120" y="4517680"/>
            <a:ext cx="7772400" cy="183027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2F7D482B-F9B8-A165-7957-4D20C30FD9DE}"/>
                  </a:ext>
                </a:extLst>
              </p14:cNvPr>
              <p14:cNvContentPartPr/>
              <p14:nvPr/>
            </p14:nvContentPartPr>
            <p14:xfrm rot="4212554">
              <a:off x="10148109" y="4852981"/>
              <a:ext cx="476517" cy="505807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2F7D482B-F9B8-A165-7957-4D20C30FD9D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 rot="4212554">
                <a:off x="10130127" y="4834994"/>
                <a:ext cx="512121" cy="54142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26986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BAD76F3E-3A97-486B-B402-44400A8B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381AFD-D43F-97E8-B58F-E20BB91F9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93788"/>
            <a:ext cx="10506455" cy="296720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STEP 2: Start coding!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91F6B52-91F4-4AEB-B6DB-29FEBCF28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4331166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CD6F061-7C53-44F4-9794-953DB70A4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346882" y="2348839"/>
            <a:ext cx="54864" cy="39467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0BF041-BC5F-C875-85C6-0F93A9F1855E}"/>
              </a:ext>
            </a:extLst>
          </p:cNvPr>
          <p:cNvSpPr txBox="1"/>
          <p:nvPr/>
        </p:nvSpPr>
        <p:spPr>
          <a:xfrm>
            <a:off x="6655633" y="466194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err="1"/>
          </a:p>
        </p:txBody>
      </p:sp>
    </p:spTree>
    <p:extLst>
      <p:ext uri="{BB962C8B-B14F-4D97-AF65-F5344CB8AC3E}">
        <p14:creationId xmlns:p14="http://schemas.microsoft.com/office/powerpoint/2010/main" val="19354852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FB57B1-CA3C-1155-16DB-B28B73273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anchor="b">
            <a:normAutofit/>
          </a:bodyPr>
          <a:lstStyle/>
          <a:p>
            <a:r>
              <a:rPr lang="en-GB" sz="3400" b="1" noProof="0" dirty="0"/>
              <a:t>OUR FIRST CODE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935664A-0F51-E2D8-F9FC-7DD279DCC8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79" y="2976703"/>
            <a:ext cx="11527251" cy="3492868"/>
          </a:xfr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HTML uses tags to organise content. Tags surround the content it’s describing. For example, 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&lt;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html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&gt;&lt;/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html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&gt;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is a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tag that surrounds the whole </a:t>
            </a:r>
            <a:r>
              <a:rPr kumimoji="0" lang="en-GB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html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file. Inside the html tags, we have the: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&lt;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head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&gt;&lt;/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head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&gt;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tag – holds data about the page which it tells the browser. None of the information in the 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&lt;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head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&gt;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tags show anything to the screen.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&lt;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body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&gt;&lt;/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body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&gt;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tag – holds all of the content that is displayed</a:t>
            </a:r>
          </a:p>
          <a:p>
            <a:pPr>
              <a:lnSpc>
                <a:spcPct val="100000"/>
              </a:lnSpc>
              <a:spcBef>
                <a:spcPts val="1200"/>
              </a:spcBef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&lt;!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DOCTYPE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 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56082">
                    <a:lumMod val="60000"/>
                    <a:lumOff val="40000"/>
                  </a:srgbClr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html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&gt;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-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tells the browser what version of HTML to expect. HTML is constantly updating, so there are multiple versions. In our case, we are going to use HTML5, the latest version.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Now you know what this code means, you can copy it out into your </a:t>
            </a:r>
            <a:r>
              <a:rPr kumimoji="0" lang="en-GB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codespace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!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287FE6-3778-2C21-D179-434C4FD13E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77" r="-1" b="-1"/>
          <a:stretch/>
        </p:blipFill>
        <p:spPr>
          <a:xfrm>
            <a:off x="7583424" y="198403"/>
            <a:ext cx="4197096" cy="2579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7549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FB57B1-CA3C-1155-16DB-B28B73273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anchor="b">
            <a:normAutofit/>
          </a:bodyPr>
          <a:lstStyle/>
          <a:p>
            <a:r>
              <a:rPr lang="en-US" sz="3400" b="1"/>
              <a:t>PREVIEW YOUR SITE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935664A-0F51-E2D8-F9FC-7DD279DCC8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2684095"/>
            <a:ext cx="4443154" cy="3492868"/>
          </a:xfrm>
        </p:spPr>
        <p:txBody>
          <a:bodyPr>
            <a:normAutofit/>
          </a:bodyPr>
          <a:lstStyle/>
          <a:p>
            <a:r>
              <a:rPr lang="en-US" sz="2000"/>
              <a:t>Let’s preview our site!</a:t>
            </a:r>
          </a:p>
          <a:p>
            <a:r>
              <a:rPr lang="en-US" sz="2000"/>
              <a:t>Click on the extensions tab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E2942C-3D22-D356-F20F-F0E374258BC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" r="2" b="276"/>
          <a:stretch/>
        </p:blipFill>
        <p:spPr>
          <a:xfrm>
            <a:off x="5550408" y="418347"/>
            <a:ext cx="6440424" cy="602130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E2CE488F-1B18-B073-DB92-C7DCA0F9FFB7}"/>
                  </a:ext>
                </a:extLst>
              </p14:cNvPr>
              <p14:cNvContentPartPr/>
              <p14:nvPr/>
            </p14:nvContentPartPr>
            <p14:xfrm>
              <a:off x="5604442" y="4870122"/>
              <a:ext cx="728472" cy="797213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E2CE488F-1B18-B073-DB92-C7DCA0F9FFB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95440" y="4861120"/>
                <a:ext cx="746117" cy="81485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49936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FB57B1-CA3C-1155-16DB-B28B73273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anchor="b">
            <a:normAutofit/>
          </a:bodyPr>
          <a:lstStyle/>
          <a:p>
            <a:r>
              <a:rPr lang="en-US" sz="3400" b="1"/>
              <a:t>PREVIEW YOUR SITE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935664A-0F51-E2D8-F9FC-7DD279DCC8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2684095"/>
            <a:ext cx="4443154" cy="3492868"/>
          </a:xfrm>
        </p:spPr>
        <p:txBody>
          <a:bodyPr>
            <a:normAutofit/>
          </a:bodyPr>
          <a:lstStyle/>
          <a:p>
            <a:r>
              <a:rPr lang="en-US" sz="2000" dirty="0"/>
              <a:t>Search for live preview and click install (you might’ve already done this!)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A47B29-F251-11FB-D7CA-00F09B5827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70" y="2006820"/>
            <a:ext cx="5111973" cy="2309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0170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FB57B1-CA3C-1155-16DB-B28B73273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anchor="b">
            <a:normAutofit/>
          </a:bodyPr>
          <a:lstStyle/>
          <a:p>
            <a:r>
              <a:rPr lang="en-US" sz="3400" b="1"/>
              <a:t>PREVIEW YOUR SITE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935664A-0F51-E2D8-F9FC-7DD279DCC8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2684095"/>
            <a:ext cx="4443154" cy="3492868"/>
          </a:xfrm>
        </p:spPr>
        <p:txBody>
          <a:bodyPr>
            <a:normAutofit/>
          </a:bodyPr>
          <a:lstStyle/>
          <a:p>
            <a:r>
              <a:rPr lang="en-US" sz="2000"/>
              <a:t>Go back to your files</a:t>
            </a:r>
          </a:p>
          <a:p>
            <a:pPr marL="0" indent="0">
              <a:buNone/>
            </a:pPr>
            <a:endParaRPr lang="en-US" sz="20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325F44-0027-0A08-3982-880C90917B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5344" y="625683"/>
            <a:ext cx="5921367" cy="555128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5F9FBFA0-11D0-93BD-9204-75532072B9B8}"/>
                  </a:ext>
                </a:extLst>
              </p14:cNvPr>
              <p14:cNvContentPartPr/>
              <p14:nvPr/>
            </p14:nvContentPartPr>
            <p14:xfrm>
              <a:off x="5802240" y="1375342"/>
              <a:ext cx="587520" cy="6429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5F9FBFA0-11D0-93BD-9204-75532072B9B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793240" y="1366342"/>
                <a:ext cx="605160" cy="660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00342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FB57B1-CA3C-1155-16DB-B28B73273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anchor="b">
            <a:normAutofit/>
          </a:bodyPr>
          <a:lstStyle/>
          <a:p>
            <a:r>
              <a:rPr lang="en-US" sz="3400" b="1"/>
              <a:t>PREVIEW YOUR SITE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935664A-0F51-E2D8-F9FC-7DD279DCC8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2684095"/>
            <a:ext cx="4666488" cy="3492868"/>
          </a:xfrm>
        </p:spPr>
        <p:txBody>
          <a:bodyPr>
            <a:normAutofit/>
          </a:bodyPr>
          <a:lstStyle/>
          <a:p>
            <a:r>
              <a:rPr lang="en-US" sz="2000" dirty="0"/>
              <a:t>Click this button</a:t>
            </a:r>
          </a:p>
          <a:p>
            <a:r>
              <a:rPr lang="en-US" sz="2000" dirty="0"/>
              <a:t>A new tab should open with your (blank) page!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7A221B-D925-3182-ECD4-E7E3710616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5745" y="1173456"/>
            <a:ext cx="5023742" cy="375902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E8CE5BA-F4AA-9B5C-19B3-EF111257C25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7572" r="-237" b="96149"/>
          <a:stretch>
            <a:fillRect/>
          </a:stretch>
        </p:blipFill>
        <p:spPr>
          <a:xfrm>
            <a:off x="10971396" y="2919183"/>
            <a:ext cx="943040" cy="1019634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B831D0D-70DA-BCA9-99F9-7D7375E14D8E}"/>
              </a:ext>
            </a:extLst>
          </p:cNvPr>
          <p:cNvCxnSpPr/>
          <p:nvPr/>
        </p:nvCxnSpPr>
        <p:spPr>
          <a:xfrm flipV="1">
            <a:off x="5992437" y="1345895"/>
            <a:ext cx="4701396" cy="3893228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50D8981-0E3F-78F9-3609-3CF0A1182BEC}"/>
                  </a:ext>
                </a:extLst>
              </p14:cNvPr>
              <p14:cNvContentPartPr/>
              <p14:nvPr/>
            </p14:nvContentPartPr>
            <p14:xfrm>
              <a:off x="10336199" y="2684095"/>
              <a:ext cx="2002493" cy="1483466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50D8981-0E3F-78F9-3609-3CF0A1182BE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327195" y="2675093"/>
                <a:ext cx="2020141" cy="1501109"/>
              </a:xfrm>
              <a:prstGeom prst="rect">
                <a:avLst/>
              </a:prstGeom>
            </p:spPr>
          </p:pic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C8E2895-CF9A-FBF7-D57A-32E7D31CB73F}"/>
              </a:ext>
            </a:extLst>
          </p:cNvPr>
          <p:cNvCxnSpPr>
            <a:cxnSpLocks/>
          </p:cNvCxnSpPr>
          <p:nvPr/>
        </p:nvCxnSpPr>
        <p:spPr>
          <a:xfrm flipH="1" flipV="1">
            <a:off x="10840525" y="1386923"/>
            <a:ext cx="496920" cy="153226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8354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0">
            <a:extLst>
              <a:ext uri="{FF2B5EF4-FFF2-40B4-BE49-F238E27FC236}">
                <a16:creationId xmlns:a16="http://schemas.microsoft.com/office/drawing/2014/main" id="{84ECDE7A-6944-466D-8FFE-149A29BA6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Rectangle 12">
            <a:extLst>
              <a:ext uri="{FF2B5EF4-FFF2-40B4-BE49-F238E27FC236}">
                <a16:creationId xmlns:a16="http://schemas.microsoft.com/office/drawing/2014/main" id="{B3420082-9415-44EC-802E-C77D71D59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1" name="Rectangle 14">
            <a:extLst>
              <a:ext uri="{FF2B5EF4-FFF2-40B4-BE49-F238E27FC236}">
                <a16:creationId xmlns:a16="http://schemas.microsoft.com/office/drawing/2014/main" id="{55A52C45-1FCB-4636-A80F-2849B8226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8163D9-5DA5-2CED-FCD3-4B5F01A67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400" b="1"/>
              <a:t>ADDING CONTENT - text</a:t>
            </a:r>
          </a:p>
        </p:txBody>
      </p:sp>
      <p:sp>
        <p:nvSpPr>
          <p:cNvPr id="22" name="Rectangle 16">
            <a:extLst>
              <a:ext uri="{FF2B5EF4-FFF2-40B4-BE49-F238E27FC236}">
                <a16:creationId xmlns:a16="http://schemas.microsoft.com/office/drawing/2014/main" id="{768EB4DD-3704-43AD-92B3-C4E0C6EA9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7079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59081A-F425-056A-42AF-4BE1ADDF883A}"/>
              </a:ext>
            </a:extLst>
          </p:cNvPr>
          <p:cNvSpPr txBox="1"/>
          <p:nvPr/>
        </p:nvSpPr>
        <p:spPr>
          <a:xfrm>
            <a:off x="5498493" y="2106303"/>
            <a:ext cx="6445515" cy="466207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ts val="1200"/>
              </a:spcBef>
            </a:pPr>
            <a:r>
              <a:rPr lang="en-GB" sz="2000"/>
              <a:t>Let’s add some content! 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GB" sz="2000"/>
              <a:t>We’ll use </a:t>
            </a:r>
            <a:r>
              <a:rPr lang="en-GB" b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GB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h1</a:t>
            </a:r>
            <a:r>
              <a:rPr lang="en-GB" b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&gt;&lt;/</a:t>
            </a:r>
            <a:r>
              <a:rPr lang="en-GB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h1</a:t>
            </a:r>
            <a:r>
              <a:rPr lang="en-GB" b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en-GB"/>
              <a:t> </a:t>
            </a:r>
            <a:r>
              <a:rPr lang="en-GB" sz="2000"/>
              <a:t>tags for our heading. h1 means heading 1; it goes all the way up to h6. h1 is the largest and h6 is the smallest.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GB" sz="2000" b="0">
                <a:effectLst/>
                <a:latin typeface="Aptos" panose="020B0004020202020204" pitchFamily="34" charset="0"/>
              </a:rPr>
              <a:t>We’ll also use </a:t>
            </a:r>
            <a:r>
              <a:rPr lang="en-GB" b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GB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p</a:t>
            </a:r>
            <a:r>
              <a:rPr lang="en-GB" b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&gt;&lt;/</a:t>
            </a:r>
            <a:r>
              <a:rPr lang="en-GB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p</a:t>
            </a:r>
            <a:r>
              <a:rPr lang="en-GB" b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en-GB">
                <a:solidFill>
                  <a:srgbClr val="808080"/>
                </a:solidFill>
                <a:latin typeface="Aptos" panose="020B0004020202020204" pitchFamily="34" charset="0"/>
              </a:rPr>
              <a:t>. </a:t>
            </a:r>
            <a:r>
              <a:rPr lang="en-GB" sz="2000">
                <a:latin typeface="Aptos" panose="020B0004020202020204" pitchFamily="34" charset="0"/>
              </a:rPr>
              <a:t>These</a:t>
            </a:r>
            <a:r>
              <a:rPr lang="en-GB">
                <a:solidFill>
                  <a:srgbClr val="808080"/>
                </a:solidFill>
                <a:latin typeface="Aptos" panose="020B0004020202020204" pitchFamily="34" charset="0"/>
              </a:rPr>
              <a:t> </a:t>
            </a:r>
            <a:r>
              <a:rPr lang="en-GB" sz="2000" b="0">
                <a:effectLst/>
                <a:latin typeface="Aptos" panose="020B0004020202020204" pitchFamily="34" charset="0"/>
              </a:rPr>
              <a:t>tags for paragraphs</a:t>
            </a:r>
          </a:p>
          <a:p>
            <a:pPr>
              <a:spcBef>
                <a:spcPts val="1200"/>
              </a:spcBef>
            </a:pPr>
            <a:r>
              <a:rPr lang="en-US" sz="2000"/>
              <a:t>Remember to add your content inside the body tags!</a:t>
            </a:r>
          </a:p>
          <a:p>
            <a:pPr>
              <a:spcBef>
                <a:spcPts val="1200"/>
              </a:spcBef>
            </a:pPr>
            <a:r>
              <a:rPr lang="en-US" sz="2000"/>
              <a:t>N.B: if you want line breaks, you can either use separate </a:t>
            </a:r>
            <a:r>
              <a:rPr lang="en-GB" b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GB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p</a:t>
            </a:r>
            <a:r>
              <a:rPr lang="en-GB" b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&gt;&lt;/</a:t>
            </a:r>
            <a:r>
              <a:rPr lang="en-GB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p</a:t>
            </a:r>
            <a:r>
              <a:rPr lang="en-GB" b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en-GB" sz="2000">
                <a:solidFill>
                  <a:srgbClr val="808080"/>
                </a:solidFill>
                <a:latin typeface="Aptos" panose="020B0004020202020204" pitchFamily="34" charset="0"/>
              </a:rPr>
              <a:t> </a:t>
            </a:r>
            <a:r>
              <a:rPr lang="en-US" sz="2000"/>
              <a:t>tags for each paragraph, or use a single </a:t>
            </a:r>
            <a:r>
              <a:rPr lang="en-GB" b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GB" err="1">
                <a:solidFill>
                  <a:srgbClr val="569CD6"/>
                </a:solidFill>
                <a:latin typeface="Menlo" panose="020B0609030804020204" pitchFamily="49" charset="0"/>
              </a:rPr>
              <a:t>br</a:t>
            </a:r>
            <a:r>
              <a:rPr lang="en-GB" b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en-GB" sz="2000" b="0">
                <a:solidFill>
                  <a:srgbClr val="808080"/>
                </a:solidFill>
                <a:effectLst/>
                <a:latin typeface="Aptos" panose="020B0004020202020204" pitchFamily="34" charset="0"/>
              </a:rPr>
              <a:t> </a:t>
            </a:r>
            <a:r>
              <a:rPr lang="en-US" sz="2000"/>
              <a:t>tag. The </a:t>
            </a:r>
            <a:r>
              <a:rPr lang="en-GB" b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GB" err="1">
                <a:solidFill>
                  <a:srgbClr val="569CD6"/>
                </a:solidFill>
                <a:latin typeface="Menlo" panose="020B0609030804020204" pitchFamily="49" charset="0"/>
              </a:rPr>
              <a:t>br</a:t>
            </a:r>
            <a:r>
              <a:rPr lang="en-GB" b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en-US" sz="2000"/>
              <a:t> tag doesn’t have a closing tag; there’s no &lt;/</a:t>
            </a:r>
            <a:r>
              <a:rPr lang="en-US" sz="200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br</a:t>
            </a:r>
            <a:r>
              <a:rPr lang="en-US" sz="2000"/>
              <a:t>&gt;. This is because </a:t>
            </a: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&lt;</a:t>
            </a:r>
            <a:r>
              <a:rPr kumimoji="0" lang="en-GB" sz="1800" b="0" i="0" u="none" strike="noStrike" kern="1200" cap="none" spc="0" normalizeH="0" baseline="0" noProof="0" err="1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br</a:t>
            </a: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&gt;</a:t>
            </a:r>
            <a:r>
              <a:rPr lang="en-US" sz="2000"/>
              <a:t> doesn’t </a:t>
            </a:r>
            <a:r>
              <a:rPr lang="en-US" sz="2000" i="1"/>
              <a:t>contain </a:t>
            </a:r>
            <a:r>
              <a:rPr lang="en-US" sz="2000"/>
              <a:t>anything. We call these </a:t>
            </a:r>
            <a:r>
              <a:rPr lang="en-US" sz="2000" b="1"/>
              <a:t>void elements</a:t>
            </a:r>
            <a:r>
              <a:rPr lang="en-US" sz="2000"/>
              <a:t>. (fancy word alert)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EA74466-ECDD-29FF-4E57-167512A1105A}"/>
              </a:ext>
            </a:extLst>
          </p:cNvPr>
          <p:cNvSpPr txBox="1"/>
          <p:nvPr/>
        </p:nvSpPr>
        <p:spPr>
          <a:xfrm>
            <a:off x="518160" y="515112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D309219-0143-13E7-B411-68F3118B04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850" y="2141714"/>
            <a:ext cx="4864100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778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0">
            <a:extLst>
              <a:ext uri="{FF2B5EF4-FFF2-40B4-BE49-F238E27FC236}">
                <a16:creationId xmlns:a16="http://schemas.microsoft.com/office/drawing/2014/main" id="{84ECDE7A-6944-466D-8FFE-149A29BA6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Rectangle 12">
            <a:extLst>
              <a:ext uri="{FF2B5EF4-FFF2-40B4-BE49-F238E27FC236}">
                <a16:creationId xmlns:a16="http://schemas.microsoft.com/office/drawing/2014/main" id="{B3420082-9415-44EC-802E-C77D71D59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1" name="Rectangle 14">
            <a:extLst>
              <a:ext uri="{FF2B5EF4-FFF2-40B4-BE49-F238E27FC236}">
                <a16:creationId xmlns:a16="http://schemas.microsoft.com/office/drawing/2014/main" id="{55A52C45-1FCB-4636-A80F-2849B8226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8163D9-5DA5-2CED-FCD3-4B5F01A67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400" b="1"/>
              <a:t>ADDING CONTENT - images</a:t>
            </a:r>
          </a:p>
        </p:txBody>
      </p:sp>
      <p:sp>
        <p:nvSpPr>
          <p:cNvPr id="22" name="Rectangle 16">
            <a:extLst>
              <a:ext uri="{FF2B5EF4-FFF2-40B4-BE49-F238E27FC236}">
                <a16:creationId xmlns:a16="http://schemas.microsoft.com/office/drawing/2014/main" id="{768EB4DD-3704-43AD-92B3-C4E0C6EA9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7079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59081A-F425-056A-42AF-4BE1ADDF883A}"/>
              </a:ext>
            </a:extLst>
          </p:cNvPr>
          <p:cNvSpPr txBox="1"/>
          <p:nvPr/>
        </p:nvSpPr>
        <p:spPr>
          <a:xfrm>
            <a:off x="5498493" y="2106303"/>
            <a:ext cx="6445515" cy="466207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ts val="1200"/>
              </a:spcBef>
            </a:pPr>
            <a:r>
              <a:rPr lang="en-US" sz="2000"/>
              <a:t>We add an image by using the </a:t>
            </a: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&lt;</a:t>
            </a:r>
            <a:r>
              <a:rPr lang="en-GB" err="1">
                <a:solidFill>
                  <a:srgbClr val="569CD6"/>
                </a:solidFill>
                <a:latin typeface="Menlo" panose="020B0609030804020204" pitchFamily="49" charset="0"/>
              </a:rPr>
              <a:t>img</a:t>
            </a: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&gt; </a:t>
            </a:r>
            <a:r>
              <a:rPr lang="en-US" sz="2000"/>
              <a:t>tag. Once again, this is a </a:t>
            </a:r>
            <a:r>
              <a:rPr lang="en-US" sz="2000" b="1"/>
              <a:t>void element, </a:t>
            </a:r>
            <a:r>
              <a:rPr lang="en-US" sz="2000"/>
              <a:t>so there’s no closing tag.</a:t>
            </a:r>
          </a:p>
          <a:p>
            <a:pPr>
              <a:spcBef>
                <a:spcPts val="1200"/>
              </a:spcBef>
            </a:pPr>
            <a:r>
              <a:rPr lang="en-US" sz="2000"/>
              <a:t>The image tag has an </a:t>
            </a:r>
            <a:r>
              <a:rPr lang="en-US" sz="2000" b="1"/>
              <a:t>attribute</a:t>
            </a:r>
            <a:r>
              <a:rPr lang="en-US" sz="2000"/>
              <a:t> called </a:t>
            </a:r>
            <a:r>
              <a:rPr lang="en-GB" err="1">
                <a:solidFill>
                  <a:srgbClr val="808080"/>
                </a:solidFill>
                <a:latin typeface="Menlo" panose="020B0609030804020204" pitchFamily="49" charset="0"/>
              </a:rPr>
              <a:t>src</a:t>
            </a:r>
            <a:r>
              <a:rPr lang="en-US" sz="2000"/>
              <a:t>, which will hold the </a:t>
            </a:r>
            <a:r>
              <a:rPr lang="en-US" sz="2000" i="1"/>
              <a:t>source</a:t>
            </a:r>
            <a:r>
              <a:rPr lang="en-US" sz="2000"/>
              <a:t> URL of the image you want to display.</a:t>
            </a:r>
          </a:p>
          <a:p>
            <a:pPr>
              <a:spcBef>
                <a:spcPts val="1200"/>
              </a:spcBef>
            </a:pPr>
            <a:r>
              <a:rPr lang="en-US" sz="2000"/>
              <a:t>For example, if I wanted to display a picture of Orpheus with URL </a:t>
            </a:r>
            <a:r>
              <a:rPr lang="en-GB" sz="2000">
                <a:effectLst/>
                <a:hlinkClick r:id="rId2"/>
              </a:rPr>
              <a:t>https://github.com/hackclub/dinosaurs/raw/main/smart_dinosaur_docs.png</a:t>
            </a:r>
            <a:r>
              <a:rPr lang="en-GB" sz="2000"/>
              <a:t> , I’d add</a:t>
            </a:r>
          </a:p>
          <a:p>
            <a:r>
              <a:rPr lang="en-GB" b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GB" b="0" err="1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img</a:t>
            </a:r>
            <a:r>
              <a:rPr lang="en-GB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b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src</a:t>
            </a:r>
            <a:r>
              <a:rPr lang="en-GB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"https://</a:t>
            </a:r>
            <a:r>
              <a:rPr lang="en-GB" b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github.com</a:t>
            </a:r>
            <a:r>
              <a:rPr lang="en-GB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en-GB" b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hackclub</a:t>
            </a:r>
            <a:r>
              <a:rPr lang="en-GB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/dinosaurs/raw/main/</a:t>
            </a:r>
            <a:r>
              <a:rPr lang="en-GB" b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smart_dinosaur_docs.png</a:t>
            </a:r>
            <a:r>
              <a:rPr lang="en-GB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GB" b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endParaRPr lang="en-GB" b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EA74466-ECDD-29FF-4E57-167512A1105A}"/>
              </a:ext>
            </a:extLst>
          </p:cNvPr>
          <p:cNvSpPr txBox="1"/>
          <p:nvPr/>
        </p:nvSpPr>
        <p:spPr>
          <a:xfrm>
            <a:off x="518160" y="515112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0A63E15-5828-4066-7C4E-B6C47736F7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638" y="2106303"/>
            <a:ext cx="3287218" cy="4491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3452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81AFD-D43F-97E8-B58F-E20BB91F9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93788"/>
            <a:ext cx="10506455" cy="296720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STEP </a:t>
            </a:r>
            <a:r>
              <a:rPr lang="en-US" sz="4800" b="1"/>
              <a:t>3</a:t>
            </a:r>
            <a:r>
              <a:rPr lang="en-US"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: Set up the CSS file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0BF041-BC5F-C875-85C6-0F93A9F1855E}"/>
              </a:ext>
            </a:extLst>
          </p:cNvPr>
          <p:cNvSpPr txBox="1"/>
          <p:nvPr/>
        </p:nvSpPr>
        <p:spPr>
          <a:xfrm>
            <a:off x="6655633" y="466194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err="1"/>
          </a:p>
        </p:txBody>
      </p:sp>
    </p:spTree>
    <p:extLst>
      <p:ext uri="{BB962C8B-B14F-4D97-AF65-F5344CB8AC3E}">
        <p14:creationId xmlns:p14="http://schemas.microsoft.com/office/powerpoint/2010/main" val="41199026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7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8163D9-5DA5-2CED-FCD3-4B5F01A67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LINK THE CSS FILE</a:t>
            </a:r>
          </a:p>
        </p:txBody>
      </p:sp>
      <p:sp>
        <p:nvSpPr>
          <p:cNvPr id="26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59081A-F425-056A-42AF-4BE1ADDF883A}"/>
              </a:ext>
            </a:extLst>
          </p:cNvPr>
          <p:cNvSpPr txBox="1"/>
          <p:nvPr/>
        </p:nvSpPr>
        <p:spPr>
          <a:xfrm>
            <a:off x="132920" y="2208445"/>
            <a:ext cx="11926160" cy="43614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/>
              <a:t>Create a new file and call it </a:t>
            </a:r>
            <a:r>
              <a:rPr lang="en-US" sz="2000" err="1"/>
              <a:t>style.css</a:t>
            </a:r>
            <a:r>
              <a:rPr lang="en-US" sz="2000"/>
              <a:t>. CSS is how we can </a:t>
            </a:r>
            <a:r>
              <a:rPr lang="en-US" sz="2000" err="1"/>
              <a:t>personalise</a:t>
            </a:r>
            <a:r>
              <a:rPr lang="en-US" sz="2000"/>
              <a:t> our website! It changes how your content looks (e.g. changing the </a:t>
            </a:r>
            <a:r>
              <a:rPr lang="en-GB" sz="2000"/>
              <a:t>colours</a:t>
            </a:r>
            <a:r>
              <a:rPr lang="en-US" sz="2000"/>
              <a:t>, layout, or fonts)</a:t>
            </a:r>
          </a:p>
          <a:p>
            <a:pPr marL="342900" indent="-228600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/>
              <a:t>We need to tell our HTML file to use our </a:t>
            </a:r>
            <a:r>
              <a:rPr lang="en-US" sz="2000" err="1"/>
              <a:t>style.css</a:t>
            </a:r>
            <a:r>
              <a:rPr lang="en-US" sz="2000"/>
              <a:t> file, using </a:t>
            </a:r>
            <a:r>
              <a:rPr lang="en-GB" b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GB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link</a:t>
            </a:r>
            <a:r>
              <a:rPr lang="en-GB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b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rel</a:t>
            </a:r>
            <a:r>
              <a:rPr lang="en-GB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"stylesheet"</a:t>
            </a:r>
            <a:r>
              <a:rPr lang="en-GB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b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href</a:t>
            </a:r>
            <a:r>
              <a:rPr lang="en-GB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GB" b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style.css</a:t>
            </a:r>
            <a:r>
              <a:rPr lang="en-GB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GB" b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en-GB">
                <a:solidFill>
                  <a:srgbClr val="CCCCCC"/>
                </a:solidFill>
                <a:latin typeface="Aptos" panose="020B0004020202020204" pitchFamily="34" charset="0"/>
              </a:rPr>
              <a:t> </a:t>
            </a:r>
            <a:r>
              <a:rPr lang="en-US" sz="2000"/>
              <a:t>Link is a tag that’s used for specifying another file’s relationship with the HTML file! So </a:t>
            </a:r>
            <a:r>
              <a:rPr lang="en-US" sz="160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rel</a:t>
            </a:r>
            <a:r>
              <a:rPr lang="en-US" sz="160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=“stylesheet” </a:t>
            </a:r>
            <a:r>
              <a:rPr lang="en-US" sz="2000"/>
              <a:t>tells the HTML that we want to use </a:t>
            </a:r>
            <a:r>
              <a:rPr lang="en-US" sz="2000" err="1"/>
              <a:t>style.css</a:t>
            </a:r>
            <a:r>
              <a:rPr lang="en-US" sz="2000"/>
              <a:t> as </a:t>
            </a:r>
            <a:r>
              <a:rPr lang="en-US" sz="2000" b="1"/>
              <a:t>instructions</a:t>
            </a:r>
            <a:r>
              <a:rPr lang="en-US" sz="2000"/>
              <a:t> on how to </a:t>
            </a:r>
            <a:r>
              <a:rPr lang="en-US" sz="2000" err="1"/>
              <a:t>personalise</a:t>
            </a:r>
            <a:r>
              <a:rPr lang="en-US" sz="2000"/>
              <a:t> our page.</a:t>
            </a:r>
          </a:p>
          <a:p>
            <a:pPr marL="342900" indent="-228600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/>
              <a:t>We would put this inside the head tags, because it’s something that we don’t want displayed; it’s just something we tell the browser. </a:t>
            </a:r>
          </a:p>
          <a:p>
            <a:pPr marL="342900" indent="-228600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b="0">
                <a:effectLst/>
              </a:rPr>
              <a:t>N.B. You might have noticed, link is another void element.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EA74466-ECDD-29FF-4E57-167512A1105A}"/>
              </a:ext>
            </a:extLst>
          </p:cNvPr>
          <p:cNvSpPr txBox="1"/>
          <p:nvPr/>
        </p:nvSpPr>
        <p:spPr>
          <a:xfrm>
            <a:off x="518160" y="515112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B3F8C0-D009-F038-6699-92D6536418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728" y="653232"/>
            <a:ext cx="7116067" cy="1171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0680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7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8163D9-5DA5-2CED-FCD3-4B5F01A67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ADD TO THE CSS FILE</a:t>
            </a:r>
          </a:p>
        </p:txBody>
      </p:sp>
      <p:sp>
        <p:nvSpPr>
          <p:cNvPr id="26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59081A-F425-056A-42AF-4BE1ADDF883A}"/>
              </a:ext>
            </a:extLst>
          </p:cNvPr>
          <p:cNvSpPr txBox="1"/>
          <p:nvPr/>
        </p:nvSpPr>
        <p:spPr>
          <a:xfrm>
            <a:off x="351692" y="2124222"/>
            <a:ext cx="11662117" cy="4320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/>
              <a:t>Let’s fill in our CSS file. Go to </a:t>
            </a:r>
            <a:r>
              <a:rPr lang="en-US" sz="2000" err="1"/>
              <a:t>style.css</a:t>
            </a:r>
            <a:r>
              <a:rPr lang="en-US" sz="2000"/>
              <a:t> and type in:</a:t>
            </a:r>
          </a:p>
          <a:p>
            <a:pPr indent="-228600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000"/>
          </a:p>
          <a:p>
            <a:pPr indent="-228600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000"/>
          </a:p>
          <a:p>
            <a:pPr indent="-228600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/>
              <a:t>The “</a:t>
            </a:r>
            <a:r>
              <a:rPr lang="en-US" sz="2000" err="1"/>
              <a:t>img</a:t>
            </a:r>
            <a:r>
              <a:rPr lang="en-US" sz="2000"/>
              <a:t>” </a:t>
            </a:r>
            <a:r>
              <a:rPr lang="en-US" sz="2000" b="1"/>
              <a:t>selector</a:t>
            </a:r>
            <a:r>
              <a:rPr lang="en-US" sz="2000"/>
              <a:t> (fancy word alert) tells the browser that we’re describing every </a:t>
            </a:r>
            <a:r>
              <a:rPr kumimoji="0" lang="en-GB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&lt;</a:t>
            </a:r>
            <a:r>
              <a:rPr lang="en-GB" err="1">
                <a:solidFill>
                  <a:srgbClr val="569CD6"/>
                </a:solidFill>
                <a:latin typeface="Menlo" panose="020B0609030804020204" pitchFamily="49" charset="0"/>
              </a:rPr>
              <a:t>img</a:t>
            </a:r>
            <a:r>
              <a:rPr kumimoji="0" lang="en-GB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&gt;</a:t>
            </a:r>
            <a:r>
              <a:rPr kumimoji="0" lang="en-GB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ptos" panose="020B0004020202020204" pitchFamily="34" charset="0"/>
              </a:rPr>
              <a:t> </a:t>
            </a:r>
            <a:r>
              <a:rPr lang="en-US" sz="2000"/>
              <a:t>element (every image) in the HTML file.</a:t>
            </a:r>
          </a:p>
          <a:p>
            <a:pPr indent="-228600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/>
              <a:t>The rules inside {} control their appearance. In this example, we're making every image 200 pixels wide, by setting the “width” </a:t>
            </a:r>
            <a:r>
              <a:rPr lang="en-US" sz="2000" b="1"/>
              <a:t>attribute </a:t>
            </a:r>
            <a:r>
              <a:rPr lang="en-US" sz="2000"/>
              <a:t>(another fancy word) to 200px.</a:t>
            </a:r>
            <a:br>
              <a:rPr lang="en-US" sz="2000"/>
            </a:br>
            <a:br>
              <a:rPr lang="en-US" sz="2000"/>
            </a:br>
            <a:br>
              <a:rPr lang="en-US" sz="2000"/>
            </a:br>
            <a:r>
              <a:rPr lang="en-US" sz="2000"/>
              <a:t>P. S. if your code starts throwing errors at you, you might have forgotten the “;”  at the end of line 2!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E5A56B8-40F3-DC68-5608-434305BD633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479"/>
          <a:stretch/>
        </p:blipFill>
        <p:spPr>
          <a:xfrm>
            <a:off x="6506497" y="1546580"/>
            <a:ext cx="4360602" cy="1736009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DEA74466-ECDD-29FF-4E57-167512A1105A}"/>
              </a:ext>
            </a:extLst>
          </p:cNvPr>
          <p:cNvSpPr txBox="1"/>
          <p:nvPr/>
        </p:nvSpPr>
        <p:spPr>
          <a:xfrm>
            <a:off x="518160" y="515112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7794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7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8163D9-5DA5-2CED-FCD3-4B5F01A67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ADD TO THE CSS FILE</a:t>
            </a:r>
          </a:p>
        </p:txBody>
      </p:sp>
      <p:sp>
        <p:nvSpPr>
          <p:cNvPr id="26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59081A-F425-056A-42AF-4BE1ADDF883A}"/>
              </a:ext>
            </a:extLst>
          </p:cNvPr>
          <p:cNvSpPr txBox="1"/>
          <p:nvPr/>
        </p:nvSpPr>
        <p:spPr>
          <a:xfrm>
            <a:off x="264941" y="2468880"/>
            <a:ext cx="11662117" cy="1554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342900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/>
              <a:t>Next, let’s </a:t>
            </a:r>
            <a:r>
              <a:rPr lang="en-GB" sz="2000"/>
              <a:t>centre</a:t>
            </a:r>
            <a:r>
              <a:rPr lang="en-US" sz="2000"/>
              <a:t> align everything! </a:t>
            </a:r>
          </a:p>
          <a:p>
            <a:pPr marL="342900" indent="-342900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/>
              <a:t>We’ll use the selector “body” since that contains </a:t>
            </a:r>
            <a:r>
              <a:rPr lang="en-US" sz="2000" i="1"/>
              <a:t>everything </a:t>
            </a:r>
            <a:r>
              <a:rPr lang="en-US" sz="2000"/>
              <a:t>that’s displayed.</a:t>
            </a:r>
          </a:p>
          <a:p>
            <a:pPr marL="342900" indent="-342900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/>
              <a:t>We can set the attribute “text-align” to center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EA74466-ECDD-29FF-4E57-167512A1105A}"/>
              </a:ext>
            </a:extLst>
          </p:cNvPr>
          <p:cNvSpPr txBox="1"/>
          <p:nvPr/>
        </p:nvSpPr>
        <p:spPr>
          <a:xfrm>
            <a:off x="518160" y="515112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6C9361E-C079-4798-68B7-69A9CFC4D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1569" y="307143"/>
            <a:ext cx="5966955" cy="1854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9218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7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8163D9-5DA5-2CED-FCD3-4B5F01A67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ADD TO THE CSS FILE</a:t>
            </a:r>
          </a:p>
        </p:txBody>
      </p:sp>
      <p:sp>
        <p:nvSpPr>
          <p:cNvPr id="26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59081A-F425-056A-42AF-4BE1ADDF883A}"/>
              </a:ext>
            </a:extLst>
          </p:cNvPr>
          <p:cNvSpPr txBox="1"/>
          <p:nvPr/>
        </p:nvSpPr>
        <p:spPr>
          <a:xfrm>
            <a:off x="366388" y="2385496"/>
            <a:ext cx="6377665" cy="4052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342900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GB" sz="2000"/>
              <a:t>We can change the font by using the attribute “font-family”. Check </a:t>
            </a:r>
            <a:r>
              <a:rPr lang="en-GB" sz="2000">
                <a:hlinkClick r:id="rId2"/>
              </a:rPr>
              <a:t>w3schools</a:t>
            </a:r>
            <a:r>
              <a:rPr lang="en-GB" sz="2000"/>
              <a:t> for reliable fonts to use.</a:t>
            </a:r>
          </a:p>
          <a:p>
            <a:pPr marL="342900" indent="-342900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GB" sz="2000"/>
              <a:t>Change the text colour by using the attribute </a:t>
            </a:r>
            <a:r>
              <a:rPr lang="en-GB" sz="2000" err="1"/>
              <a:t>color</a:t>
            </a:r>
            <a:r>
              <a:rPr lang="en-GB" sz="2000"/>
              <a:t> (with no “u”). You can either use a hex code, beginning with #, or start typing and choose one of the suggestions!</a:t>
            </a:r>
          </a:p>
          <a:p>
            <a:pPr marL="342900" indent="-342900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GB" sz="2000"/>
              <a:t>Change the background colour by using the attribute background-</a:t>
            </a:r>
            <a:r>
              <a:rPr lang="en-GB" sz="2000" err="1"/>
              <a:t>color</a:t>
            </a:r>
            <a:r>
              <a:rPr lang="en-GB" sz="2000"/>
              <a:t>. </a:t>
            </a:r>
          </a:p>
          <a:p>
            <a:pPr marL="342900" indent="-342900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GB" sz="2000"/>
              <a:t>Remember to check the demo!</a:t>
            </a:r>
          </a:p>
          <a:p>
            <a:pPr marL="342900" indent="-342900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0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EA74466-ECDD-29FF-4E57-167512A1105A}"/>
              </a:ext>
            </a:extLst>
          </p:cNvPr>
          <p:cNvSpPr txBox="1"/>
          <p:nvPr/>
        </p:nvSpPr>
        <p:spPr>
          <a:xfrm>
            <a:off x="518160" y="515112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43F504-F166-A846-114C-492E4870F1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1705" y="2699524"/>
            <a:ext cx="4873907" cy="22996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933CC2E-027F-F57F-493A-A98F65B527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1461" y="194873"/>
            <a:ext cx="6798049" cy="204008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41954BEF-F071-B01B-6503-1DB929B11F4D}"/>
                  </a:ext>
                </a:extLst>
              </p14:cNvPr>
              <p14:cNvContentPartPr/>
              <p14:nvPr/>
            </p14:nvContentPartPr>
            <p14:xfrm>
              <a:off x="6226422" y="2415960"/>
              <a:ext cx="560520" cy="14122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41954BEF-F071-B01B-6503-1DB929B11F4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217422" y="2406960"/>
                <a:ext cx="578160" cy="1429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774706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81AFD-D43F-97E8-B58F-E20BB91F9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93788"/>
            <a:ext cx="10506455" cy="296720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STEP 4: Publish your site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0BF041-BC5F-C875-85C6-0F93A9F1855E}"/>
              </a:ext>
            </a:extLst>
          </p:cNvPr>
          <p:cNvSpPr txBox="1"/>
          <p:nvPr/>
        </p:nvSpPr>
        <p:spPr>
          <a:xfrm>
            <a:off x="6655633" y="466194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err="1"/>
          </a:p>
        </p:txBody>
      </p:sp>
    </p:spTree>
    <p:extLst>
      <p:ext uri="{BB962C8B-B14F-4D97-AF65-F5344CB8AC3E}">
        <p14:creationId xmlns:p14="http://schemas.microsoft.com/office/powerpoint/2010/main" val="10506656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FB57B1-CA3C-1155-16DB-B28B73273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anchor="b">
            <a:normAutofit/>
          </a:bodyPr>
          <a:lstStyle/>
          <a:p>
            <a:r>
              <a:rPr lang="en-US" sz="3400" b="1"/>
              <a:t>COMMIT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935664A-0F51-E2D8-F9FC-7DD279DCC8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2684095"/>
            <a:ext cx="5684520" cy="3492868"/>
          </a:xfrm>
        </p:spPr>
        <p:txBody>
          <a:bodyPr>
            <a:normAutofit/>
          </a:bodyPr>
          <a:lstStyle/>
          <a:p>
            <a:r>
              <a:rPr lang="en-US" sz="2000"/>
              <a:t>Click on the Source Control button on the left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F7D64CB-0B17-2068-93E3-DA5E81B5C7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7156" y="1304144"/>
            <a:ext cx="4419600" cy="50292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4D5BF12-6293-069E-ACAE-10DF2ECDA894}"/>
                  </a:ext>
                </a:extLst>
              </p14:cNvPr>
              <p14:cNvContentPartPr/>
              <p14:nvPr/>
            </p14:nvContentPartPr>
            <p14:xfrm>
              <a:off x="6572166" y="3077159"/>
              <a:ext cx="557701" cy="553781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4D5BF12-6293-069E-ACAE-10DF2ECDA89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563165" y="3068152"/>
                <a:ext cx="575343" cy="571436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58526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FB57B1-CA3C-1155-16DB-B28B73273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anchor="b">
            <a:normAutofit/>
          </a:bodyPr>
          <a:lstStyle/>
          <a:p>
            <a:r>
              <a:rPr lang="en-US" sz="3400" b="1"/>
              <a:t>COMMIT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935664A-0F51-E2D8-F9FC-7DD279DCC8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2684095"/>
            <a:ext cx="5479654" cy="3492868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/>
              <a:t>Type in a commit message and commit</a:t>
            </a:r>
          </a:p>
          <a:p>
            <a:pPr marL="457200" indent="-457200">
              <a:buFont typeface="+mj-lt"/>
              <a:buAutoNum type="arabicPeriod"/>
            </a:pPr>
            <a:endParaRPr lang="en-US" sz="2000"/>
          </a:p>
          <a:p>
            <a:pPr marL="457200" indent="-457200">
              <a:buFont typeface="+mj-lt"/>
              <a:buAutoNum type="arabicPeriod"/>
            </a:pPr>
            <a:r>
              <a:rPr lang="en-US" sz="2000"/>
              <a:t>Press Always on the popup</a:t>
            </a:r>
          </a:p>
          <a:p>
            <a:pPr marL="457200" indent="-457200">
              <a:buFont typeface="+mj-lt"/>
              <a:buAutoNum type="arabicPeriod"/>
            </a:pPr>
            <a:endParaRPr lang="en-US" sz="2000"/>
          </a:p>
          <a:p>
            <a:pPr marL="457200" indent="-457200">
              <a:buFont typeface="+mj-lt"/>
              <a:buAutoNum type="arabicPeriod"/>
            </a:pPr>
            <a:r>
              <a:rPr lang="en-US" sz="2000"/>
              <a:t>Press Sync Changes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6A48DE-D75C-4E24-D942-1D6D47BD7A9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5180"/>
          <a:stretch/>
        </p:blipFill>
        <p:spPr>
          <a:xfrm>
            <a:off x="8372297" y="118206"/>
            <a:ext cx="3619580" cy="24988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786CE2-3FE5-54A6-CB42-448F333A29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2422" y="2819005"/>
            <a:ext cx="5989455" cy="20827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CF41944-40DB-4E17-DE58-FA3DD9DB27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2422" y="5094886"/>
            <a:ext cx="3619500" cy="143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4787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FB57B1-CA3C-1155-16DB-B28B73273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anchor="b">
            <a:normAutofit/>
          </a:bodyPr>
          <a:lstStyle/>
          <a:p>
            <a:r>
              <a:rPr lang="en-US" sz="3400" b="1"/>
              <a:t>GITHUB PAGES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935664A-0F51-E2D8-F9FC-7DD279DCC8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2684095"/>
            <a:ext cx="6858750" cy="3492868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/>
              <a:t>Go to your project repo.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/>
              <a:t>Go into your project settings at the top. Scroll all the way down and change the visibility to public. This will allow you to deploy the website using GitHub Pages.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/>
              <a:t>Go to Pages on the left-hand side, under Code and Automation.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/>
              <a:t>Under Branch, select main, and press save.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/>
              <a:t>Give it a few minutes to deploy, then go to </a:t>
            </a:r>
            <a:r>
              <a:rPr lang="en-US" sz="2000" err="1"/>
              <a:t>USERNAME.github.io</a:t>
            </a:r>
            <a:r>
              <a:rPr lang="en-US" sz="2000"/>
              <a:t>/REPO-NAME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20245BA-3F3F-0AFD-F386-CBF27058AC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1402" y="2493963"/>
            <a:ext cx="4406900" cy="3683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2C4AEDE-70D9-33AB-181B-2A896494D8BB}"/>
                  </a:ext>
                </a:extLst>
              </p14:cNvPr>
              <p14:cNvContentPartPr/>
              <p14:nvPr/>
            </p14:nvContentPartPr>
            <p14:xfrm>
              <a:off x="7882241" y="5103583"/>
              <a:ext cx="888120" cy="6343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62C4AEDE-70D9-33AB-181B-2A896494D8B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873241" y="5094583"/>
                <a:ext cx="905760" cy="65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721A3CA9-5F08-39D7-9BA8-2478115AF08A}"/>
                  </a:ext>
                </a:extLst>
              </p14:cNvPr>
              <p14:cNvContentPartPr/>
              <p14:nvPr/>
            </p14:nvContentPartPr>
            <p14:xfrm>
              <a:off x="8707001" y="3374143"/>
              <a:ext cx="1000800" cy="7790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721A3CA9-5F08-39D7-9BA8-2478115AF08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698001" y="3365147"/>
                <a:ext cx="1018440" cy="79667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338859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7">
            <a:extLst>
              <a:ext uri="{FF2B5EF4-FFF2-40B4-BE49-F238E27FC236}">
                <a16:creationId xmlns:a16="http://schemas.microsoft.com/office/drawing/2014/main" id="{BAD76F3E-3A97-486B-B402-44400A8B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BC9994-BAE1-95C6-A478-9FA7B671C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93788"/>
            <a:ext cx="10506455" cy="296720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Focus on CSS!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0270B2-5E87-E0F5-3222-0865D901E9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21548" y="340875"/>
            <a:ext cx="3946779" cy="1038225"/>
          </a:xfrm>
        </p:spPr>
        <p:txBody>
          <a:bodyPr vert="horz" lIns="91440" tIns="45720" rIns="91440" bIns="45720" rtlCol="0">
            <a:normAutofit/>
          </a:bodyPr>
          <a:lstStyle/>
          <a:p>
            <a:pPr algn="r"/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  <a:hlinkClick r:id="rId2" action="ppaction://hlinksldjump"/>
              </a:rPr>
              <a:t>Go back to setting up</a:t>
            </a:r>
            <a:endParaRPr lang="en-US" kern="1200">
              <a:solidFill>
                <a:schemeClr val="tx1"/>
              </a:solidFill>
              <a:latin typeface="+mn-lt"/>
              <a:ea typeface="+mn-ea"/>
              <a:cs typeface="+mn-cs"/>
              <a:hlinkClick r:id="" action="ppaction://noaction"/>
            </a:endParaRPr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391F6B52-91F4-4AEB-B6DB-29FEBCF28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4331166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2CD6F061-7C53-44F4-9794-953DB70A4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346882" y="2348839"/>
            <a:ext cx="54864" cy="39467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64903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B57B1-CA3C-1155-16DB-B28B73273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78" y="195502"/>
            <a:ext cx="4443154" cy="635001"/>
          </a:xfrm>
        </p:spPr>
        <p:txBody>
          <a:bodyPr anchor="b">
            <a:normAutofit/>
          </a:bodyPr>
          <a:lstStyle/>
          <a:p>
            <a:r>
              <a:rPr lang="en-US" sz="3400" b="1"/>
              <a:t>Containers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935664A-0F51-E2D8-F9FC-7DD279DCC8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78" y="914690"/>
            <a:ext cx="7592654" cy="2979292"/>
          </a:xfrm>
        </p:spPr>
        <p:txBody>
          <a:bodyPr>
            <a:normAutofit/>
          </a:bodyPr>
          <a:lstStyle/>
          <a:p>
            <a:r>
              <a:rPr lang="en-US" sz="2000"/>
              <a:t>When we have loads of content on our page, we need to put our stuff into little boxes to help </a:t>
            </a:r>
            <a:r>
              <a:rPr lang="en-GB" sz="2000"/>
              <a:t>organise and style our content! These boxes are containers.</a:t>
            </a:r>
          </a:p>
          <a:p>
            <a:r>
              <a:rPr lang="en-GB" sz="2000"/>
              <a:t>We can have different types of containers; here are some of the main ones:</a:t>
            </a:r>
          </a:p>
          <a:p>
            <a:pPr lvl="1"/>
            <a:r>
              <a:rPr lang="en-GB" sz="160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&lt;header&gt; </a:t>
            </a:r>
            <a:r>
              <a:rPr lang="en-GB" sz="2000"/>
              <a:t>- a container at the top of our page</a:t>
            </a:r>
          </a:p>
          <a:p>
            <a:pPr lvl="1"/>
            <a:r>
              <a:rPr lang="en-GB" sz="160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&lt;footer&gt;</a:t>
            </a:r>
            <a:r>
              <a:rPr lang="en-GB" sz="2000"/>
              <a:t> - a container at the bottom of our page</a:t>
            </a:r>
          </a:p>
          <a:p>
            <a:pPr lvl="1"/>
            <a:r>
              <a:rPr lang="en-GB" sz="2000"/>
              <a:t> </a:t>
            </a:r>
            <a:r>
              <a:rPr lang="en-GB" sz="160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&lt;div&gt;</a:t>
            </a:r>
            <a:r>
              <a:rPr lang="en-GB" sz="2000"/>
              <a:t> - a container that can be used for anything! It can be anywhere in your page</a:t>
            </a:r>
            <a:endParaRPr lang="en-US" sz="20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B8F0655-FFBA-6C93-C627-EB227B8F510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063"/>
          <a:stretch/>
        </p:blipFill>
        <p:spPr>
          <a:xfrm>
            <a:off x="8179744" y="120873"/>
            <a:ext cx="3873500" cy="24904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F354B49-A8B3-5756-ED78-BD63FC9FA9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8699" y="3760023"/>
            <a:ext cx="7772400" cy="29024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122A2D9-8814-20BD-7167-9EC7566BC7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9744" y="2703916"/>
            <a:ext cx="3873500" cy="148292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7E5E097-5263-517F-F95C-0E6F2C4D3BD0}"/>
              </a:ext>
            </a:extLst>
          </p:cNvPr>
          <p:cNvSpPr txBox="1"/>
          <p:nvPr/>
        </p:nvSpPr>
        <p:spPr>
          <a:xfrm>
            <a:off x="411478" y="3919297"/>
            <a:ext cx="340722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/>
              <a:t>This means you can style different parts of the page differently.</a:t>
            </a:r>
          </a:p>
          <a:p>
            <a:endParaRPr lang="en-US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/>
              <a:t>Play around with the border attribute; you can have different patterns, thicknesses, and colours.</a:t>
            </a:r>
          </a:p>
        </p:txBody>
      </p:sp>
    </p:spTree>
    <p:extLst>
      <p:ext uri="{BB962C8B-B14F-4D97-AF65-F5344CB8AC3E}">
        <p14:creationId xmlns:p14="http://schemas.microsoft.com/office/powerpoint/2010/main" val="36445760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935664A-0F51-E2D8-F9FC-7DD279DCC8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784" y="1056988"/>
            <a:ext cx="6599257" cy="156511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GB" sz="2000"/>
              <a:t>Right now, everything stretches all the way out to the edge of the screen… which might not be the look you’re going for. Let’s look at margins!</a:t>
            </a:r>
          </a:p>
        </p:txBody>
      </p: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8D39D276-8256-A43B-0FA2-6560D41D8EF8}"/>
              </a:ext>
            </a:extLst>
          </p:cNvPr>
          <p:cNvGrpSpPr/>
          <p:nvPr/>
        </p:nvGrpSpPr>
        <p:grpSpPr>
          <a:xfrm>
            <a:off x="7155421" y="239534"/>
            <a:ext cx="4641794" cy="2173519"/>
            <a:chOff x="5756406" y="209404"/>
            <a:chExt cx="3860800" cy="18542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056E2C1-9D09-9477-045A-C488CCB25FA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756406" y="209404"/>
              <a:ext cx="3860800" cy="1854200"/>
            </a:xfrm>
            <a:prstGeom prst="rect">
              <a:avLst/>
            </a:prstGeom>
          </p:spPr>
        </p:pic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A10C660-EB9B-8B40-D55A-70932A90F5FE}"/>
                    </a:ext>
                  </a:extLst>
                </p14:cNvPr>
                <p14:cNvContentPartPr/>
                <p14:nvPr/>
              </p14:nvContentPartPr>
              <p14:xfrm>
                <a:off x="7091923" y="906763"/>
                <a:ext cx="2160" cy="3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A10C660-EB9B-8B40-D55A-70932A90F5FE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084209" y="897763"/>
                  <a:ext cx="17280" cy="1800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4B89734C-1282-B32F-5FD6-48091ABADC84}"/>
                </a:ext>
              </a:extLst>
            </p:cNvPr>
            <p:cNvGrpSpPr/>
            <p:nvPr/>
          </p:nvGrpSpPr>
          <p:grpSpPr>
            <a:xfrm>
              <a:off x="6057060" y="1805580"/>
              <a:ext cx="1040760" cy="55080"/>
              <a:chOff x="6057060" y="1805580"/>
              <a:chExt cx="1040760" cy="5508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5">
                <p14:nvContentPartPr>
                  <p14:cNvPr id="44" name="Ink 43">
                    <a:extLst>
                      <a:ext uri="{FF2B5EF4-FFF2-40B4-BE49-F238E27FC236}">
                        <a16:creationId xmlns:a16="http://schemas.microsoft.com/office/drawing/2014/main" id="{FA7186D9-CC46-77B7-55E7-5B000D1FCC66}"/>
                      </a:ext>
                    </a:extLst>
                  </p14:cNvPr>
                  <p14:cNvContentPartPr/>
                  <p14:nvPr/>
                </p14:nvContentPartPr>
                <p14:xfrm>
                  <a:off x="6057060" y="1805580"/>
                  <a:ext cx="1040400" cy="55080"/>
                </p14:xfrm>
              </p:contentPart>
            </mc:Choice>
            <mc:Fallback xmlns="">
              <p:pic>
                <p:nvPicPr>
                  <p:cNvPr id="44" name="Ink 43">
                    <a:extLst>
                      <a:ext uri="{FF2B5EF4-FFF2-40B4-BE49-F238E27FC236}">
                        <a16:creationId xmlns:a16="http://schemas.microsoft.com/office/drawing/2014/main" id="{FA7186D9-CC46-77B7-55E7-5B000D1FCC66}"/>
                      </a:ext>
                    </a:extLst>
                  </p:cNvPr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6049573" y="1797887"/>
                    <a:ext cx="1055075" cy="7015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">
                <p14:nvContentPartPr>
                  <p14:cNvPr id="45" name="Ink 44">
                    <a:extLst>
                      <a:ext uri="{FF2B5EF4-FFF2-40B4-BE49-F238E27FC236}">
                        <a16:creationId xmlns:a16="http://schemas.microsoft.com/office/drawing/2014/main" id="{70AA1D0F-1254-C0E2-05D9-79DED04E7C40}"/>
                      </a:ext>
                    </a:extLst>
                  </p14:cNvPr>
                  <p14:cNvContentPartPr/>
                  <p14:nvPr/>
                </p14:nvContentPartPr>
                <p14:xfrm>
                  <a:off x="7097460" y="1860300"/>
                  <a:ext cx="360" cy="360"/>
                </p14:xfrm>
              </p:contentPart>
            </mc:Choice>
            <mc:Fallback xmlns="">
              <p:pic>
                <p:nvPicPr>
                  <p:cNvPr id="45" name="Ink 44">
                    <a:extLst>
                      <a:ext uri="{FF2B5EF4-FFF2-40B4-BE49-F238E27FC236}">
                        <a16:creationId xmlns:a16="http://schemas.microsoft.com/office/drawing/2014/main" id="{70AA1D0F-1254-C0E2-05D9-79DED04E7C40}"/>
                      </a:ext>
                    </a:extLst>
                  </p:cNvPr>
                  <p:cNvPicPr/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7088460" y="1851300"/>
                    <a:ext cx="18000" cy="18000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FBAD2FA2-417C-9788-581F-EDB736872F67}"/>
              </a:ext>
            </a:extLst>
          </p:cNvPr>
          <p:cNvGrpSpPr/>
          <p:nvPr/>
        </p:nvGrpSpPr>
        <p:grpSpPr>
          <a:xfrm>
            <a:off x="3924700" y="2557351"/>
            <a:ext cx="8082142" cy="4105980"/>
            <a:chOff x="5208906" y="3366057"/>
            <a:chExt cx="6071797" cy="3150018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1AB4A20F-1CA7-7B4A-590F-F1475E5D337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208906" y="3657351"/>
              <a:ext cx="6063343" cy="2858724"/>
            </a:xfrm>
            <a:prstGeom prst="rect">
              <a:avLst/>
            </a:prstGeom>
          </p:spPr>
        </p:pic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842DA8C-F1B1-86DC-B148-A062F3DDCCB3}"/>
                    </a:ext>
                  </a:extLst>
                </p14:cNvPr>
                <p14:cNvContentPartPr/>
                <p14:nvPr/>
              </p14:nvContentPartPr>
              <p14:xfrm>
                <a:off x="8168532" y="4467035"/>
                <a:ext cx="113905" cy="4071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842DA8C-F1B1-86DC-B148-A062F3DDCCB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161768" y="4460115"/>
                  <a:ext cx="127162" cy="420723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7CB1FCB-46AF-57C3-3372-16B56CD0EB15}"/>
                </a:ext>
              </a:extLst>
            </p:cNvPr>
            <p:cNvGrpSpPr/>
            <p:nvPr/>
          </p:nvGrpSpPr>
          <p:grpSpPr>
            <a:xfrm>
              <a:off x="7897120" y="3366057"/>
              <a:ext cx="630892" cy="413143"/>
              <a:chOff x="7897120" y="3599560"/>
              <a:chExt cx="274320" cy="17964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2">
                <p14:nvContentPartPr>
                  <p14:cNvPr id="4" name="Ink 3">
                    <a:extLst>
                      <a:ext uri="{FF2B5EF4-FFF2-40B4-BE49-F238E27FC236}">
                        <a16:creationId xmlns:a16="http://schemas.microsoft.com/office/drawing/2014/main" id="{807AA379-0D1D-23A3-1DC8-20BF42D461A9}"/>
                      </a:ext>
                    </a:extLst>
                  </p14:cNvPr>
                  <p14:cNvContentPartPr/>
                  <p14:nvPr/>
                </p14:nvContentPartPr>
                <p14:xfrm>
                  <a:off x="7897120" y="3621160"/>
                  <a:ext cx="106200" cy="158040"/>
                </p14:xfrm>
              </p:contentPart>
            </mc:Choice>
            <mc:Fallback xmlns="">
              <p:pic>
                <p:nvPicPr>
                  <p:cNvPr id="4" name="Ink 3">
                    <a:extLst>
                      <a:ext uri="{FF2B5EF4-FFF2-40B4-BE49-F238E27FC236}">
                        <a16:creationId xmlns:a16="http://schemas.microsoft.com/office/drawing/2014/main" id="{807AA379-0D1D-23A3-1DC8-20BF42D461A9}"/>
                      </a:ext>
                    </a:extLst>
                  </p:cNvPr>
                  <p:cNvPicPr/>
                  <p:nvPr/>
                </p:nvPicPr>
                <p:blipFill>
                  <a:blip r:embed="rId13"/>
                  <a:stretch>
                    <a:fillRect/>
                  </a:stretch>
                </p:blipFill>
                <p:spPr>
                  <a:xfrm>
                    <a:off x="7894170" y="3618151"/>
                    <a:ext cx="111982" cy="16393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4">
                <p14:nvContentPartPr>
                  <p14:cNvPr id="9" name="Ink 8">
                    <a:extLst>
                      <a:ext uri="{FF2B5EF4-FFF2-40B4-BE49-F238E27FC236}">
                        <a16:creationId xmlns:a16="http://schemas.microsoft.com/office/drawing/2014/main" id="{15674255-CA64-56D9-6245-9472BC7D27CC}"/>
                      </a:ext>
                    </a:extLst>
                  </p14:cNvPr>
                  <p14:cNvContentPartPr/>
                  <p14:nvPr/>
                </p14:nvContentPartPr>
                <p14:xfrm>
                  <a:off x="8016280" y="3599560"/>
                  <a:ext cx="155160" cy="174960"/>
                </p14:xfrm>
              </p:contentPart>
            </mc:Choice>
            <mc:Fallback xmlns="">
              <p:pic>
                <p:nvPicPr>
                  <p:cNvPr id="9" name="Ink 8">
                    <a:extLst>
                      <a:ext uri="{FF2B5EF4-FFF2-40B4-BE49-F238E27FC236}">
                        <a16:creationId xmlns:a16="http://schemas.microsoft.com/office/drawing/2014/main" id="{15674255-CA64-56D9-6245-9472BC7D27CC}"/>
                      </a:ext>
                    </a:extLst>
                  </p:cNvPr>
                  <p:cNvPicPr/>
                  <p:nvPr/>
                </p:nvPicPr>
                <p:blipFill>
                  <a:blip r:embed="rId15"/>
                  <a:stretch>
                    <a:fillRect/>
                  </a:stretch>
                </p:blipFill>
                <p:spPr>
                  <a:xfrm>
                    <a:off x="8013335" y="3596552"/>
                    <a:ext cx="160933" cy="180856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E545AA0A-A4E3-6430-C3B4-C83CCBD3AE4E}"/>
                </a:ext>
              </a:extLst>
            </p:cNvPr>
            <p:cNvGrpSpPr/>
            <p:nvPr/>
          </p:nvGrpSpPr>
          <p:grpSpPr>
            <a:xfrm>
              <a:off x="8586799" y="3366057"/>
              <a:ext cx="606192" cy="437391"/>
              <a:chOff x="8248480" y="3638440"/>
              <a:chExt cx="234000" cy="16884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6">
                <p14:nvContentPartPr>
                  <p14:cNvPr id="13" name="Ink 12">
                    <a:extLst>
                      <a:ext uri="{FF2B5EF4-FFF2-40B4-BE49-F238E27FC236}">
                        <a16:creationId xmlns:a16="http://schemas.microsoft.com/office/drawing/2014/main" id="{E58F1052-F7FF-6927-EFC6-721FB7787BF1}"/>
                      </a:ext>
                    </a:extLst>
                  </p14:cNvPr>
                  <p14:cNvContentPartPr/>
                  <p14:nvPr/>
                </p14:nvContentPartPr>
                <p14:xfrm>
                  <a:off x="8248480" y="3647800"/>
                  <a:ext cx="56880" cy="159480"/>
                </p14:xfrm>
              </p:contentPart>
            </mc:Choice>
            <mc:Fallback xmlns="">
              <p:pic>
                <p:nvPicPr>
                  <p:cNvPr id="13" name="Ink 12">
                    <a:extLst>
                      <a:ext uri="{FF2B5EF4-FFF2-40B4-BE49-F238E27FC236}">
                        <a16:creationId xmlns:a16="http://schemas.microsoft.com/office/drawing/2014/main" id="{E58F1052-F7FF-6927-EFC6-721FB7787BF1}"/>
                      </a:ext>
                    </a:extLst>
                  </p:cNvPr>
                  <p:cNvPicPr/>
                  <p:nvPr/>
                </p:nvPicPr>
                <p:blipFill>
                  <a:blip r:embed="rId17"/>
                  <a:stretch>
                    <a:fillRect/>
                  </a:stretch>
                </p:blipFill>
                <p:spPr>
                  <a:xfrm>
                    <a:off x="8245866" y="3645130"/>
                    <a:ext cx="62003" cy="16471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8">
                <p14:nvContentPartPr>
                  <p14:cNvPr id="14" name="Ink 13">
                    <a:extLst>
                      <a:ext uri="{FF2B5EF4-FFF2-40B4-BE49-F238E27FC236}">
                        <a16:creationId xmlns:a16="http://schemas.microsoft.com/office/drawing/2014/main" id="{004B6EAD-CF63-D56D-B102-92E35E3ABC31}"/>
                      </a:ext>
                    </a:extLst>
                  </p14:cNvPr>
                  <p14:cNvContentPartPr/>
                  <p14:nvPr/>
                </p14:nvContentPartPr>
                <p14:xfrm>
                  <a:off x="8352160" y="3648520"/>
                  <a:ext cx="68040" cy="74520"/>
                </p14:xfrm>
              </p:contentPart>
            </mc:Choice>
            <mc:Fallback xmlns="">
              <p:pic>
                <p:nvPicPr>
                  <p:cNvPr id="14" name="Ink 13">
                    <a:extLst>
                      <a:ext uri="{FF2B5EF4-FFF2-40B4-BE49-F238E27FC236}">
                        <a16:creationId xmlns:a16="http://schemas.microsoft.com/office/drawing/2014/main" id="{004B6EAD-CF63-D56D-B102-92E35E3ABC31}"/>
                      </a:ext>
                    </a:extLst>
                  </p:cNvPr>
                  <p:cNvPicPr/>
                  <p:nvPr/>
                </p:nvPicPr>
                <p:blipFill>
                  <a:blip r:embed="rId19"/>
                  <a:stretch>
                    <a:fillRect/>
                  </a:stretch>
                </p:blipFill>
                <p:spPr>
                  <a:xfrm>
                    <a:off x="8349543" y="3645847"/>
                    <a:ext cx="73169" cy="7975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0">
                <p14:nvContentPartPr>
                  <p14:cNvPr id="16" name="Ink 15">
                    <a:extLst>
                      <a:ext uri="{FF2B5EF4-FFF2-40B4-BE49-F238E27FC236}">
                        <a16:creationId xmlns:a16="http://schemas.microsoft.com/office/drawing/2014/main" id="{6014AE09-C153-98C1-2C6B-7695909FB9A5}"/>
                      </a:ext>
                    </a:extLst>
                  </p14:cNvPr>
                  <p14:cNvContentPartPr/>
                  <p14:nvPr/>
                </p14:nvContentPartPr>
                <p14:xfrm>
                  <a:off x="8426680" y="3638440"/>
                  <a:ext cx="55800" cy="99360"/>
                </p14:xfrm>
              </p:contentPart>
            </mc:Choice>
            <mc:Fallback xmlns="">
              <p:pic>
                <p:nvPicPr>
                  <p:cNvPr id="16" name="Ink 15">
                    <a:extLst>
                      <a:ext uri="{FF2B5EF4-FFF2-40B4-BE49-F238E27FC236}">
                        <a16:creationId xmlns:a16="http://schemas.microsoft.com/office/drawing/2014/main" id="{6014AE09-C153-98C1-2C6B-7695909FB9A5}"/>
                      </a:ext>
                    </a:extLst>
                  </p:cNvPr>
                  <p:cNvPicPr/>
                  <p:nvPr/>
                </p:nvPicPr>
                <p:blipFill>
                  <a:blip r:embed="rId21"/>
                  <a:stretch>
                    <a:fillRect/>
                  </a:stretch>
                </p:blipFill>
                <p:spPr>
                  <a:xfrm>
                    <a:off x="8424058" y="3635769"/>
                    <a:ext cx="60939" cy="104595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0483728-BC01-BB59-5229-1DC3D6A2A4C6}"/>
                    </a:ext>
                  </a:extLst>
                </p14:cNvPr>
                <p14:cNvContentPartPr/>
                <p14:nvPr/>
              </p14:nvContentPartPr>
              <p14:xfrm>
                <a:off x="7686806" y="4467035"/>
                <a:ext cx="114480" cy="1425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0483728-BC01-BB59-5229-1DC3D6A2A4C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679769" y="4459838"/>
                  <a:ext cx="128553" cy="15695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9E4D313-BCDC-1149-D95B-C4A9522EB932}"/>
                    </a:ext>
                  </a:extLst>
                </p14:cNvPr>
                <p14:cNvContentPartPr/>
                <p14:nvPr/>
              </p14:nvContentPartPr>
              <p14:xfrm>
                <a:off x="8388328" y="4512261"/>
                <a:ext cx="245015" cy="365985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9E4D313-BCDC-1149-D95B-C4A9522EB93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381560" y="4505350"/>
                  <a:ext cx="258281" cy="37953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1527CBD-7CBE-92D5-F797-173522CF5777}"/>
                    </a:ext>
                  </a:extLst>
                </p14:cNvPr>
                <p14:cNvContentPartPr/>
                <p14:nvPr/>
              </p14:nvContentPartPr>
              <p14:xfrm>
                <a:off x="8693110" y="4490369"/>
                <a:ext cx="229125" cy="365985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1527CBD-7CBE-92D5-F797-173522CF577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686339" y="4483458"/>
                  <a:ext cx="242396" cy="37953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667429C-6D88-7B33-4790-358BE886014F}"/>
                    </a:ext>
                  </a:extLst>
                </p14:cNvPr>
                <p14:cNvContentPartPr/>
                <p14:nvPr/>
              </p14:nvContentPartPr>
              <p14:xfrm>
                <a:off x="9069347" y="4677462"/>
                <a:ext cx="149602" cy="272695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667429C-6D88-7B33-4790-358BE886014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062572" y="4670555"/>
                  <a:ext cx="162882" cy="286233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1CB0A644-FE30-E3CE-911F-B2082EA17B86}"/>
                </a:ext>
              </a:extLst>
            </p:cNvPr>
            <p:cNvGrpSpPr/>
            <p:nvPr/>
          </p:nvGrpSpPr>
          <p:grpSpPr>
            <a:xfrm>
              <a:off x="9284453" y="4641428"/>
              <a:ext cx="255267" cy="200933"/>
              <a:chOff x="9284453" y="4641428"/>
              <a:chExt cx="255267" cy="200933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30">
                <p14:nvContentPartPr>
                  <p14:cNvPr id="54" name="Ink 53">
                    <a:extLst>
                      <a:ext uri="{FF2B5EF4-FFF2-40B4-BE49-F238E27FC236}">
                        <a16:creationId xmlns:a16="http://schemas.microsoft.com/office/drawing/2014/main" id="{B39A0C5C-0D38-73A9-93AE-E1CB4406574B}"/>
                      </a:ext>
                    </a:extLst>
                  </p14:cNvPr>
                  <p14:cNvContentPartPr/>
                  <p14:nvPr/>
                </p14:nvContentPartPr>
                <p14:xfrm>
                  <a:off x="9284453" y="4648605"/>
                  <a:ext cx="246553" cy="141473"/>
                </p14:xfrm>
              </p:contentPart>
            </mc:Choice>
            <mc:Fallback xmlns="">
              <p:pic>
                <p:nvPicPr>
                  <p:cNvPr id="54" name="Ink 53">
                    <a:extLst>
                      <a:ext uri="{FF2B5EF4-FFF2-40B4-BE49-F238E27FC236}">
                        <a16:creationId xmlns:a16="http://schemas.microsoft.com/office/drawing/2014/main" id="{B39A0C5C-0D38-73A9-93AE-E1CB4406574B}"/>
                      </a:ext>
                    </a:extLst>
                  </p:cNvPr>
                  <p:cNvPicPr/>
                  <p:nvPr/>
                </p:nvPicPr>
                <p:blipFill>
                  <a:blip r:embed="rId31"/>
                  <a:stretch>
                    <a:fillRect/>
                  </a:stretch>
                </p:blipFill>
                <p:spPr>
                  <a:xfrm>
                    <a:off x="9277694" y="4641697"/>
                    <a:ext cx="259800" cy="15501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2">
                <p14:nvContentPartPr>
                  <p14:cNvPr id="55" name="Ink 54">
                    <a:extLst>
                      <a:ext uri="{FF2B5EF4-FFF2-40B4-BE49-F238E27FC236}">
                        <a16:creationId xmlns:a16="http://schemas.microsoft.com/office/drawing/2014/main" id="{3191D3D8-619C-2D45-FC2A-09054765D76A}"/>
                      </a:ext>
                    </a:extLst>
                  </p14:cNvPr>
                  <p14:cNvContentPartPr/>
                  <p14:nvPr/>
                </p14:nvContentPartPr>
                <p14:xfrm>
                  <a:off x="9291629" y="4641428"/>
                  <a:ext cx="248091" cy="200933"/>
                </p14:xfrm>
              </p:contentPart>
            </mc:Choice>
            <mc:Fallback xmlns="">
              <p:pic>
                <p:nvPicPr>
                  <p:cNvPr id="55" name="Ink 54">
                    <a:extLst>
                      <a:ext uri="{FF2B5EF4-FFF2-40B4-BE49-F238E27FC236}">
                        <a16:creationId xmlns:a16="http://schemas.microsoft.com/office/drawing/2014/main" id="{3191D3D8-619C-2D45-FC2A-09054765D76A}"/>
                      </a:ext>
                    </a:extLst>
                  </p:cNvPr>
                  <p:cNvPicPr/>
                  <p:nvPr/>
                </p:nvPicPr>
                <p:blipFill>
                  <a:blip r:embed="rId33"/>
                  <a:stretch>
                    <a:fillRect/>
                  </a:stretch>
                </p:blipFill>
                <p:spPr>
                  <a:xfrm>
                    <a:off x="9284865" y="4634518"/>
                    <a:ext cx="261348" cy="214476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37A1A5EB-5F13-7D6F-4C16-54D03781C31C}"/>
                    </a:ext>
                  </a:extLst>
                </p14:cNvPr>
                <p14:cNvContentPartPr/>
                <p14:nvPr/>
              </p14:nvContentPartPr>
              <p14:xfrm>
                <a:off x="8195816" y="5006528"/>
                <a:ext cx="113905" cy="4071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37A1A5EB-5F13-7D6F-4C16-54D03781C31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189052" y="4999608"/>
                  <a:ext cx="127162" cy="42072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B0679FD5-C580-D091-A923-A761526B4396}"/>
                    </a:ext>
                  </a:extLst>
                </p14:cNvPr>
                <p14:cNvContentPartPr/>
                <p14:nvPr/>
              </p14:nvContentPartPr>
              <p14:xfrm rot="16200000">
                <a:off x="5258064" y="4009116"/>
                <a:ext cx="114480" cy="195888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B0679FD5-C580-D091-A923-A761526B4396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 rot="16200000">
                  <a:off x="5250874" y="4002072"/>
                  <a:ext cx="128859" cy="20997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0864E3C4-47E6-3C70-FCEC-3A16AD8636A3}"/>
                    </a:ext>
                  </a:extLst>
                </p14:cNvPr>
                <p14:cNvContentPartPr/>
                <p14:nvPr/>
              </p14:nvContentPartPr>
              <p14:xfrm rot="16456321">
                <a:off x="5388324" y="4737297"/>
                <a:ext cx="113905" cy="40716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0864E3C4-47E6-3C70-FCEC-3A16AD8636A3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 rot="16456321">
                  <a:off x="5381412" y="4730520"/>
                  <a:ext cx="127452" cy="42044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F495D404-2A72-3894-CB3C-DAC7E90CA0C1}"/>
                    </a:ext>
                  </a:extLst>
                </p14:cNvPr>
                <p14:cNvContentPartPr/>
                <p14:nvPr/>
              </p14:nvContentPartPr>
              <p14:xfrm rot="16456321">
                <a:off x="10995364" y="4711092"/>
                <a:ext cx="113905" cy="40716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F495D404-2A72-3894-CB3C-DAC7E90CA0C1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 rot="16456321">
                  <a:off x="10988452" y="4704315"/>
                  <a:ext cx="127452" cy="42044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2D7498C2-3560-E054-D15B-9E4E4F5A3F17}"/>
                    </a:ext>
                  </a:extLst>
                </p14:cNvPr>
                <p14:cNvContentPartPr/>
                <p14:nvPr/>
              </p14:nvContentPartPr>
              <p14:xfrm rot="16200000">
                <a:off x="11125519" y="4084449"/>
                <a:ext cx="114480" cy="195888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2D7498C2-3560-E054-D15B-9E4E4F5A3F17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 rot="16200000">
                  <a:off x="11118329" y="4077405"/>
                  <a:ext cx="128859" cy="20997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FDDDD983-84CE-5EFE-0354-4C480A65558A}"/>
                    </a:ext>
                  </a:extLst>
                </p14:cNvPr>
                <p14:cNvContentPartPr/>
                <p14:nvPr/>
              </p14:nvContentPartPr>
              <p14:xfrm>
                <a:off x="7559922" y="3655446"/>
                <a:ext cx="114480" cy="148002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FDDDD983-84CE-5EFE-0354-4C480A65558A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7552885" y="3648253"/>
                  <a:ext cx="128553" cy="16238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BCE31E40-EF22-2CD2-A5E0-E4E3365A1946}"/>
                    </a:ext>
                  </a:extLst>
                </p14:cNvPr>
                <p14:cNvContentPartPr/>
                <p14:nvPr/>
              </p14:nvContentPartPr>
              <p14:xfrm>
                <a:off x="8618091" y="5565167"/>
                <a:ext cx="113905" cy="40716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BCE31E40-EF22-2CD2-A5E0-E4E3365A194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611327" y="5558247"/>
                  <a:ext cx="127162" cy="420723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65478DA6-1307-97B8-79EE-19A3A3A09736}"/>
                  </a:ext>
                </a:extLst>
              </p14:cNvPr>
              <p14:cNvContentPartPr/>
              <p14:nvPr/>
            </p14:nvContentPartPr>
            <p14:xfrm>
              <a:off x="7439534" y="1043373"/>
              <a:ext cx="1321200" cy="77040"/>
            </p14:xfrm>
          </p:contentPart>
        </mc:Choice>
        <mc:Fallback xmlns=""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65478DA6-1307-97B8-79EE-19A3A3A09736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7430534" y="1034373"/>
                <a:ext cx="1338840" cy="94680"/>
              </a:xfrm>
              <a:prstGeom prst="rect">
                <a:avLst/>
              </a:prstGeom>
            </p:spPr>
          </p:pic>
        </mc:Fallback>
      </mc:AlternateContent>
      <p:sp>
        <p:nvSpPr>
          <p:cNvPr id="131" name="Content Placeholder 10">
            <a:extLst>
              <a:ext uri="{FF2B5EF4-FFF2-40B4-BE49-F238E27FC236}">
                <a16:creationId xmlns:a16="http://schemas.microsoft.com/office/drawing/2014/main" id="{6FD7E919-0D1C-7C4B-13E7-90A9C35F7DB3}"/>
              </a:ext>
            </a:extLst>
          </p:cNvPr>
          <p:cNvSpPr txBox="1">
            <a:spLocks/>
          </p:cNvSpPr>
          <p:nvPr/>
        </p:nvSpPr>
        <p:spPr>
          <a:xfrm>
            <a:off x="406074" y="2276433"/>
            <a:ext cx="3409265" cy="34928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sz="2000"/>
              <a:t>Margins create space around an element. </a:t>
            </a:r>
          </a:p>
          <a:p>
            <a:pPr>
              <a:lnSpc>
                <a:spcPct val="100000"/>
              </a:lnSpc>
            </a:pPr>
            <a:r>
              <a:rPr lang="en-GB" sz="2000"/>
              <a:t>You can put margins around individual elements or containers (including the whole body).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0401DFD-0EC2-A568-11C6-BDAF82B5ABAB}"/>
              </a:ext>
            </a:extLst>
          </p:cNvPr>
          <p:cNvSpPr txBox="1">
            <a:spLocks/>
          </p:cNvSpPr>
          <p:nvPr/>
        </p:nvSpPr>
        <p:spPr>
          <a:xfrm>
            <a:off x="515738" y="354000"/>
            <a:ext cx="5074920" cy="6914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400" b="1"/>
              <a:t>Margins</a:t>
            </a:r>
          </a:p>
        </p:txBody>
      </p:sp>
    </p:spTree>
    <p:extLst>
      <p:ext uri="{BB962C8B-B14F-4D97-AF65-F5344CB8AC3E}">
        <p14:creationId xmlns:p14="http://schemas.microsoft.com/office/powerpoint/2010/main" val="20988171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1F88D47A-96AE-C67B-610E-E778D3360E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610" y="3021497"/>
            <a:ext cx="7772400" cy="3641834"/>
          </a:xfrm>
          <a:prstGeom prst="rect">
            <a:avLst/>
          </a:prstGeom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935664A-0F51-E2D8-F9FC-7DD279DCC8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784" y="1086181"/>
            <a:ext cx="7567802" cy="1836246"/>
          </a:xfrm>
        </p:spPr>
        <p:txBody>
          <a:bodyPr>
            <a:normAutofit/>
          </a:bodyPr>
          <a:lstStyle/>
          <a:p>
            <a:r>
              <a:rPr lang="en-GB" sz="2000" dirty="0"/>
              <a:t>This is what margins around the whole body look like!</a:t>
            </a:r>
          </a:p>
          <a:p>
            <a:r>
              <a:rPr lang="en-GB" sz="2000" dirty="0"/>
              <a:t>The &lt;p&gt; tag has an automatic </a:t>
            </a:r>
            <a:r>
              <a:rPr lang="en-GB" sz="2000" dirty="0">
                <a:solidFill>
                  <a:srgbClr val="0070C0"/>
                </a:solidFill>
              </a:rPr>
              <a:t>16px margin</a:t>
            </a:r>
          </a:p>
          <a:p>
            <a:r>
              <a:rPr lang="en-GB" sz="2000" dirty="0"/>
              <a:t>If you set the left and right margins to </a:t>
            </a:r>
            <a:r>
              <a:rPr lang="en-GB" sz="1800" dirty="0">
                <a:solidFill>
                  <a:schemeClr val="tx2">
                    <a:lumMod val="50000"/>
                    <a:lumOff val="5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auto</a:t>
            </a:r>
            <a:r>
              <a:rPr lang="en-GB" sz="2000" dirty="0"/>
              <a:t>, it will centre itself in its container!</a:t>
            </a:r>
          </a:p>
          <a:p>
            <a:endParaRPr lang="en-GB" sz="2000" dirty="0"/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1D306149-70C1-C461-56A1-F5C5FEE9AB2C}"/>
              </a:ext>
            </a:extLst>
          </p:cNvPr>
          <p:cNvGrpSpPr/>
          <p:nvPr/>
        </p:nvGrpSpPr>
        <p:grpSpPr>
          <a:xfrm>
            <a:off x="8106675" y="103609"/>
            <a:ext cx="4013200" cy="3022600"/>
            <a:chOff x="7568870" y="148277"/>
            <a:chExt cx="4013200" cy="3022600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337D8C0-4DE0-F751-1715-21E6F9D352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68870" y="148277"/>
              <a:ext cx="4013200" cy="3022600"/>
            </a:xfrm>
            <a:prstGeom prst="rect">
              <a:avLst/>
            </a:prstGeom>
          </p:spPr>
        </p:pic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D2C2631-CFE7-AF8D-5B42-99F2452FDEF1}"/>
                    </a:ext>
                  </a:extLst>
                </p14:cNvPr>
                <p14:cNvContentPartPr/>
                <p14:nvPr/>
              </p14:nvContentPartPr>
              <p14:xfrm>
                <a:off x="7796645" y="1521517"/>
                <a:ext cx="1048320" cy="550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D2C2631-CFE7-AF8D-5B42-99F2452FDEF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787642" y="1512517"/>
                  <a:ext cx="1065966" cy="72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63D707DD-0237-83A3-F652-9D8518DAC8B4}"/>
                  </a:ext>
                </a:extLst>
              </p14:cNvPr>
              <p14:cNvContentPartPr/>
              <p14:nvPr/>
            </p14:nvContentPartPr>
            <p14:xfrm>
              <a:off x="2604936" y="3032267"/>
              <a:ext cx="170280" cy="18180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63D707DD-0237-83A3-F652-9D8518DAC8B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595955" y="3023267"/>
                <a:ext cx="187883" cy="19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691B88FD-A23A-D497-9F4C-5FF886E700DE}"/>
                  </a:ext>
                </a:extLst>
              </p14:cNvPr>
              <p14:cNvContentPartPr/>
              <p14:nvPr/>
            </p14:nvContentPartPr>
            <p14:xfrm>
              <a:off x="2938431" y="2897072"/>
              <a:ext cx="229534" cy="31752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691B88FD-A23A-D497-9F4C-5FF886E700D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929423" y="2888072"/>
                <a:ext cx="247190" cy="33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DC364ED6-F3D0-687E-EE2A-42CC23629070}"/>
                  </a:ext>
                </a:extLst>
              </p14:cNvPr>
              <p14:cNvContentPartPr/>
              <p14:nvPr/>
            </p14:nvContentPartPr>
            <p14:xfrm>
              <a:off x="3263005" y="2909147"/>
              <a:ext cx="176040" cy="28872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DC364ED6-F3D0-687E-EE2A-42CC2362907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254005" y="2900147"/>
                <a:ext cx="193680" cy="30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5C507615-6B91-273A-B1F5-B660E0FA844B}"/>
                  </a:ext>
                </a:extLst>
              </p14:cNvPr>
              <p14:cNvContentPartPr/>
              <p14:nvPr/>
            </p14:nvContentPartPr>
            <p14:xfrm>
              <a:off x="3536919" y="3032267"/>
              <a:ext cx="135720" cy="28980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5C507615-6B91-273A-B1F5-B660E0FA844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527919" y="3023267"/>
                <a:ext cx="153360" cy="30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70DAB535-574E-A0BC-C887-4F2F3D2A4EC8}"/>
                  </a:ext>
                </a:extLst>
              </p14:cNvPr>
              <p14:cNvContentPartPr/>
              <p14:nvPr/>
            </p14:nvContentPartPr>
            <p14:xfrm>
              <a:off x="3753727" y="3048902"/>
              <a:ext cx="126000" cy="12852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70DAB535-574E-A0BC-C887-4F2F3D2A4EC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744727" y="3039902"/>
                <a:ext cx="143640" cy="14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740D8D79-B1CC-84ED-1D70-E9E82BA3C12A}"/>
                  </a:ext>
                </a:extLst>
              </p14:cNvPr>
              <p14:cNvContentPartPr/>
              <p14:nvPr/>
            </p14:nvContentPartPr>
            <p14:xfrm>
              <a:off x="3908144" y="3032267"/>
              <a:ext cx="119160" cy="15231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740D8D79-B1CC-84ED-1D70-E9E82BA3C12A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899144" y="3023265"/>
                <a:ext cx="136800" cy="16995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70F41037-46C0-D779-B445-CD254A5B9E32}"/>
                  </a:ext>
                </a:extLst>
              </p14:cNvPr>
              <p14:cNvContentPartPr/>
              <p14:nvPr/>
            </p14:nvContentPartPr>
            <p14:xfrm rot="16200000">
              <a:off x="680610" y="3773603"/>
              <a:ext cx="170280" cy="18180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70F41037-46C0-D779-B445-CD254A5B9E3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 rot="16200000">
                <a:off x="671629" y="3764603"/>
                <a:ext cx="187883" cy="19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602B771F-89B8-79EC-F53C-77520119B867}"/>
                  </a:ext>
                </a:extLst>
              </p14:cNvPr>
              <p14:cNvContentPartPr/>
              <p14:nvPr/>
            </p14:nvContentPartPr>
            <p14:xfrm rot="16200000">
              <a:off x="8276970" y="3688463"/>
              <a:ext cx="170280" cy="18180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602B771F-89B8-79EC-F53C-77520119B86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 rot="16200000">
                <a:off x="8267989" y="3679463"/>
                <a:ext cx="187883" cy="19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0B7237EA-7D05-8135-994D-FC41C643DCB5}"/>
                  </a:ext>
                </a:extLst>
              </p14:cNvPr>
              <p14:cNvContentPartPr/>
              <p14:nvPr/>
            </p14:nvContentPartPr>
            <p14:xfrm>
              <a:off x="5170312" y="4216566"/>
              <a:ext cx="160560" cy="13860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0B7237EA-7D05-8135-994D-FC41C643DCB5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161312" y="4207566"/>
                <a:ext cx="178200" cy="15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40E94440-34BF-3ADF-FF78-0733E51A57DE}"/>
                  </a:ext>
                </a:extLst>
              </p14:cNvPr>
              <p14:cNvContentPartPr/>
              <p14:nvPr/>
            </p14:nvContentPartPr>
            <p14:xfrm>
              <a:off x="5073472" y="3766566"/>
              <a:ext cx="105480" cy="19224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40E94440-34BF-3ADF-FF78-0733E51A57DE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064472" y="3757566"/>
                <a:ext cx="123120" cy="20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650E5F18-77AB-E4E2-7CDC-DB1BA7CDCE1A}"/>
                  </a:ext>
                </a:extLst>
              </p14:cNvPr>
              <p14:cNvContentPartPr/>
              <p14:nvPr/>
            </p14:nvContentPartPr>
            <p14:xfrm>
              <a:off x="5405783" y="3771759"/>
              <a:ext cx="12477" cy="246574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650E5F18-77AB-E4E2-7CDC-DB1BA7CDCE1A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396609" y="3762760"/>
                <a:ext cx="30459" cy="26421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ECD90BD9-CD58-0748-187B-4AA285F08491}"/>
                  </a:ext>
                </a:extLst>
              </p14:cNvPr>
              <p14:cNvContentPartPr/>
              <p14:nvPr/>
            </p14:nvContentPartPr>
            <p14:xfrm>
              <a:off x="5504999" y="3755088"/>
              <a:ext cx="142356" cy="262547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ECD90BD9-CD58-0748-187B-4AA285F08491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495966" y="3746084"/>
                <a:ext cx="160060" cy="2801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0FFCC521-3B2A-112F-2158-97C57AC9DA53}"/>
                  </a:ext>
                </a:extLst>
              </p14:cNvPr>
              <p14:cNvContentPartPr/>
              <p14:nvPr/>
            </p14:nvContentPartPr>
            <p14:xfrm>
              <a:off x="5729052" y="3856163"/>
              <a:ext cx="157669" cy="268037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0FFCC521-3B2A-112F-2158-97C57AC9DA53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720032" y="3847144"/>
                <a:ext cx="175348" cy="285714"/>
              </a:xfrm>
              <a:prstGeom prst="rect">
                <a:avLst/>
              </a:prstGeom>
            </p:spPr>
          </p:pic>
        </mc:Fallback>
      </mc:AlternateContent>
      <p:grpSp>
        <p:nvGrpSpPr>
          <p:cNvPr id="67" name="Group 66">
            <a:extLst>
              <a:ext uri="{FF2B5EF4-FFF2-40B4-BE49-F238E27FC236}">
                <a16:creationId xmlns:a16="http://schemas.microsoft.com/office/drawing/2014/main" id="{B5A96532-6419-CCFF-8159-C25121D750F9}"/>
              </a:ext>
            </a:extLst>
          </p:cNvPr>
          <p:cNvGrpSpPr/>
          <p:nvPr/>
        </p:nvGrpSpPr>
        <p:grpSpPr>
          <a:xfrm>
            <a:off x="5983138" y="3848676"/>
            <a:ext cx="237071" cy="182185"/>
            <a:chOff x="5821039" y="3673471"/>
            <a:chExt cx="150480" cy="131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4BF73092-33BF-974E-5797-4A41C71F9732}"/>
                    </a:ext>
                  </a:extLst>
                </p14:cNvPr>
                <p14:cNvContentPartPr/>
                <p14:nvPr/>
              </p14:nvContentPartPr>
              <p14:xfrm>
                <a:off x="5821039" y="3690391"/>
                <a:ext cx="69840" cy="882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4BF73092-33BF-974E-5797-4A41C71F973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815333" y="3683906"/>
                  <a:ext cx="81024" cy="10091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D38B5A33-25D2-9DBB-84BB-5D6610B119AE}"/>
                    </a:ext>
                  </a:extLst>
                </p14:cNvPr>
                <p14:cNvContentPartPr/>
                <p14:nvPr/>
              </p14:nvContentPartPr>
              <p14:xfrm>
                <a:off x="5902039" y="3673471"/>
                <a:ext cx="69480" cy="1314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D38B5A33-25D2-9DBB-84BB-5D6610B119A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896306" y="3666966"/>
                  <a:ext cx="80716" cy="14415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880D7FD5-714B-7093-B6E1-0A7ACD665697}"/>
                  </a:ext>
                </a:extLst>
              </p14:cNvPr>
              <p14:cNvContentPartPr/>
              <p14:nvPr/>
            </p14:nvContentPartPr>
            <p14:xfrm rot="16200000">
              <a:off x="680610" y="4487684"/>
              <a:ext cx="170280" cy="18180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880D7FD5-714B-7093-B6E1-0A7ACD66569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 rot="16200000">
                <a:off x="671629" y="4478684"/>
                <a:ext cx="187883" cy="19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4E39BFC5-7EBE-577A-43BC-A94FE7816634}"/>
                  </a:ext>
                </a:extLst>
              </p14:cNvPr>
              <p14:cNvContentPartPr/>
              <p14:nvPr/>
            </p14:nvContentPartPr>
            <p14:xfrm rot="16200000">
              <a:off x="8268800" y="4524877"/>
              <a:ext cx="170280" cy="18180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4E39BFC5-7EBE-577A-43BC-A94FE781663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 rot="16200000">
                <a:off x="8259819" y="4515877"/>
                <a:ext cx="187883" cy="199440"/>
              </a:xfrm>
              <a:prstGeom prst="rect">
                <a:avLst/>
              </a:prstGeom>
            </p:spPr>
          </p:pic>
        </mc:Fallback>
      </mc:AlternateContent>
      <p:sp>
        <p:nvSpPr>
          <p:cNvPr id="76" name="Title 1">
            <a:extLst>
              <a:ext uri="{FF2B5EF4-FFF2-40B4-BE49-F238E27FC236}">
                <a16:creationId xmlns:a16="http://schemas.microsoft.com/office/drawing/2014/main" id="{ECEE646F-5283-10CC-E60C-DADF80127C24}"/>
              </a:ext>
            </a:extLst>
          </p:cNvPr>
          <p:cNvSpPr txBox="1">
            <a:spLocks/>
          </p:cNvSpPr>
          <p:nvPr/>
        </p:nvSpPr>
        <p:spPr>
          <a:xfrm>
            <a:off x="515738" y="354000"/>
            <a:ext cx="5074920" cy="6914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400" b="1"/>
              <a:t>Margins</a:t>
            </a:r>
          </a:p>
        </p:txBody>
      </p:sp>
    </p:spTree>
    <p:extLst>
      <p:ext uri="{BB962C8B-B14F-4D97-AF65-F5344CB8AC3E}">
        <p14:creationId xmlns:p14="http://schemas.microsoft.com/office/powerpoint/2010/main" val="34496703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935664A-0F51-E2D8-F9FC-7DD279DCC8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733" y="1452744"/>
            <a:ext cx="9532525" cy="1118521"/>
          </a:xfrm>
        </p:spPr>
        <p:txBody>
          <a:bodyPr>
            <a:normAutofit/>
          </a:bodyPr>
          <a:lstStyle/>
          <a:p>
            <a:r>
              <a:rPr lang="en-GB" sz="2000"/>
              <a:t>Padding creates space between the content and the border of an element</a:t>
            </a:r>
          </a:p>
        </p:txBody>
      </p:sp>
      <p:sp>
        <p:nvSpPr>
          <p:cNvPr id="76" name="Title 1">
            <a:extLst>
              <a:ext uri="{FF2B5EF4-FFF2-40B4-BE49-F238E27FC236}">
                <a16:creationId xmlns:a16="http://schemas.microsoft.com/office/drawing/2014/main" id="{ECEE646F-5283-10CC-E60C-DADF80127C24}"/>
              </a:ext>
            </a:extLst>
          </p:cNvPr>
          <p:cNvSpPr txBox="1">
            <a:spLocks/>
          </p:cNvSpPr>
          <p:nvPr/>
        </p:nvSpPr>
        <p:spPr>
          <a:xfrm>
            <a:off x="411479" y="194669"/>
            <a:ext cx="5074920" cy="108781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400" b="1"/>
              <a:t>Padding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A314E27-4D9C-7875-B7E2-FAD7616BD0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324" y="3702770"/>
            <a:ext cx="11283907" cy="286790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987666B-C3B7-488E-6BD2-50F4BA52CB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7366" y="1964266"/>
            <a:ext cx="5301821" cy="156961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D0BFC77-70CF-599C-C50D-2C170246BD80}"/>
                  </a:ext>
                </a:extLst>
              </p14:cNvPr>
              <p14:cNvContentPartPr/>
              <p14:nvPr/>
            </p14:nvContentPartPr>
            <p14:xfrm>
              <a:off x="7833631" y="3398190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D0BFC77-70CF-599C-C50D-2C170246BD8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824631" y="338919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29FBCFC-1B75-9EDA-0059-7F3C00F0BB7C}"/>
                  </a:ext>
                </a:extLst>
              </p14:cNvPr>
              <p14:cNvContentPartPr/>
              <p14:nvPr/>
            </p14:nvContentPartPr>
            <p14:xfrm>
              <a:off x="3713918" y="3209408"/>
              <a:ext cx="1623600" cy="237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29FBCFC-1B75-9EDA-0059-7F3C00F0BB7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704918" y="3200270"/>
                <a:ext cx="1641240" cy="4167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00E58EA-40D3-F04C-FFD5-F3ABCC6127F5}"/>
                  </a:ext>
                </a:extLst>
              </p14:cNvPr>
              <p14:cNvContentPartPr/>
              <p14:nvPr/>
            </p14:nvContentPartPr>
            <p14:xfrm>
              <a:off x="5609966" y="4005148"/>
              <a:ext cx="149689" cy="256618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00E58EA-40D3-F04C-FFD5-F3ABCC6127F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600970" y="3996138"/>
                <a:ext cx="167321" cy="27427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265B4B30-1B40-43D5-AB00-F3507B4533C2}"/>
                  </a:ext>
                </a:extLst>
              </p14:cNvPr>
              <p14:cNvContentPartPr/>
              <p14:nvPr/>
            </p14:nvContentPartPr>
            <p14:xfrm>
              <a:off x="5090442" y="4405401"/>
              <a:ext cx="181275" cy="215853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265B4B30-1B40-43D5-AB00-F3507B4533C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081468" y="4396392"/>
                <a:ext cx="198864" cy="233510"/>
              </a:xfrm>
              <a:prstGeom prst="rect">
                <a:avLst/>
              </a:prstGeom>
            </p:spPr>
          </p:pic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46EB0124-BE1D-52CB-C4F2-0C102F2E9ECB}"/>
              </a:ext>
            </a:extLst>
          </p:cNvPr>
          <p:cNvSpPr txBox="1"/>
          <p:nvPr/>
        </p:nvSpPr>
        <p:spPr>
          <a:xfrm>
            <a:off x="5785922" y="3933402"/>
            <a:ext cx="8442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>
                <a:solidFill>
                  <a:srgbClr val="008EF5"/>
                </a:solidFill>
              </a:rPr>
              <a:t>20px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AA5DE6-5B85-66A6-0A6F-93A9CC6B2C41}"/>
              </a:ext>
            </a:extLst>
          </p:cNvPr>
          <p:cNvSpPr txBox="1"/>
          <p:nvPr/>
        </p:nvSpPr>
        <p:spPr>
          <a:xfrm>
            <a:off x="5337518" y="4346390"/>
            <a:ext cx="8442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>
                <a:solidFill>
                  <a:srgbClr val="008EF5"/>
                </a:solidFill>
              </a:rPr>
              <a:t>20px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07DC00EB-9B1B-BCAA-D50D-B55A7ABB63A9}"/>
                  </a:ext>
                </a:extLst>
              </p14:cNvPr>
              <p14:cNvContentPartPr/>
              <p14:nvPr/>
            </p14:nvContentPartPr>
            <p14:xfrm>
              <a:off x="4777582" y="5600801"/>
              <a:ext cx="125909" cy="215853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07DC00EB-9B1B-BCAA-D50D-B55A7ABB63A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768588" y="5591792"/>
                <a:ext cx="143536" cy="23351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6137EF75-FAB4-F810-0513-2F2A15FA2521}"/>
                  </a:ext>
                </a:extLst>
              </p14:cNvPr>
              <p14:cNvContentPartPr/>
              <p14:nvPr/>
            </p14:nvContentPartPr>
            <p14:xfrm>
              <a:off x="6875733" y="5923966"/>
              <a:ext cx="181275" cy="215853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6137EF75-FAB4-F810-0513-2F2A15FA252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866741" y="5914957"/>
                <a:ext cx="198899" cy="233510"/>
              </a:xfrm>
              <a:prstGeom prst="rect">
                <a:avLst/>
              </a:prstGeom>
            </p:spPr>
          </p:pic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38E57D95-DDFD-3601-32E4-1C344E2147AE}"/>
              </a:ext>
            </a:extLst>
          </p:cNvPr>
          <p:cNvSpPr txBox="1"/>
          <p:nvPr/>
        </p:nvSpPr>
        <p:spPr>
          <a:xfrm>
            <a:off x="7069864" y="5847226"/>
            <a:ext cx="844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>
                <a:solidFill>
                  <a:srgbClr val="008EF5"/>
                </a:solidFill>
              </a:rPr>
              <a:t>20px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1A02465-C54C-E0D6-6AC7-6746B4D3B4B3}"/>
              </a:ext>
            </a:extLst>
          </p:cNvPr>
          <p:cNvSpPr txBox="1"/>
          <p:nvPr/>
        </p:nvSpPr>
        <p:spPr>
          <a:xfrm>
            <a:off x="4903491" y="5508673"/>
            <a:ext cx="8442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>
                <a:solidFill>
                  <a:srgbClr val="008EF5"/>
                </a:solidFill>
              </a:rPr>
              <a:t>20px</a:t>
            </a:r>
          </a:p>
        </p:txBody>
      </p:sp>
    </p:spTree>
    <p:extLst>
      <p:ext uri="{BB962C8B-B14F-4D97-AF65-F5344CB8AC3E}">
        <p14:creationId xmlns:p14="http://schemas.microsoft.com/office/powerpoint/2010/main" val="8226919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B57B1-CA3C-1155-16DB-B28B73273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137127"/>
            <a:ext cx="4443154" cy="1087819"/>
          </a:xfrm>
        </p:spPr>
        <p:txBody>
          <a:bodyPr anchor="b">
            <a:normAutofit/>
          </a:bodyPr>
          <a:lstStyle/>
          <a:p>
            <a:r>
              <a:rPr lang="en-US" sz="3400" b="1"/>
              <a:t>Variables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935664A-0F51-E2D8-F9FC-7DD279DCC8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1380149"/>
            <a:ext cx="6546368" cy="4097701"/>
          </a:xfrm>
        </p:spPr>
        <p:txBody>
          <a:bodyPr>
            <a:normAutofit/>
          </a:bodyPr>
          <a:lstStyle/>
          <a:p>
            <a:r>
              <a:rPr lang="en-US" sz="2000"/>
              <a:t>Tired of manually updating every single hex code just to change one colour? </a:t>
            </a:r>
          </a:p>
          <a:p>
            <a:r>
              <a:rPr lang="en-US" sz="2000"/>
              <a:t>You can set variables to define a value and use it multiple times throughout the page </a:t>
            </a:r>
          </a:p>
          <a:p>
            <a:r>
              <a:rPr lang="en-US" sz="2000"/>
              <a:t>I’ve shown it here with colours, but you can use this with numerical values as well!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3891FB-86F4-D175-D01B-FD2688C894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6248" y="145445"/>
            <a:ext cx="3257204" cy="225091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67E5292-9EE7-D7F7-DA35-7B80FA7AE07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3747"/>
          <a:stretch/>
        </p:blipFill>
        <p:spPr>
          <a:xfrm>
            <a:off x="166852" y="3428999"/>
            <a:ext cx="7772400" cy="29883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3D58099-3226-48FC-5705-54AB5D10DDF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140" r="4272" b="1088"/>
          <a:stretch/>
        </p:blipFill>
        <p:spPr>
          <a:xfrm>
            <a:off x="7648462" y="2483121"/>
            <a:ext cx="3579871" cy="3507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308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B57B1-CA3C-1155-16DB-B28B73273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197427"/>
            <a:ext cx="4443154" cy="665595"/>
          </a:xfrm>
        </p:spPr>
        <p:txBody>
          <a:bodyPr anchor="b">
            <a:normAutofit/>
          </a:bodyPr>
          <a:lstStyle/>
          <a:p>
            <a:r>
              <a:rPr lang="en-US" sz="3400" b="1"/>
              <a:t>Grids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935664A-0F51-E2D8-F9FC-7DD279DCC8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79" y="928608"/>
            <a:ext cx="7772399" cy="3173129"/>
          </a:xfrm>
        </p:spPr>
        <p:txBody>
          <a:bodyPr>
            <a:normAutofit/>
          </a:bodyPr>
          <a:lstStyle/>
          <a:p>
            <a:r>
              <a:rPr lang="en-US" sz="1800"/>
              <a:t>Grids are a great way to create new layouts</a:t>
            </a:r>
          </a:p>
          <a:p>
            <a:r>
              <a:rPr lang="en-GB" sz="1400" b="0"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.grid </a:t>
            </a:r>
            <a:r>
              <a:rPr lang="en-GB" sz="14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{…}</a:t>
            </a:r>
            <a:r>
              <a:rPr lang="en-US" sz="2000"/>
              <a:t> </a:t>
            </a:r>
            <a:r>
              <a:rPr lang="en-US" sz="1800"/>
              <a:t>styles the container that holds the boxes</a:t>
            </a:r>
            <a:endParaRPr lang="en-US" sz="2000"/>
          </a:p>
          <a:p>
            <a:r>
              <a:rPr lang="en-GB" sz="1400">
                <a:solidFill>
                  <a:schemeClr val="tx2">
                    <a:lumMod val="50000"/>
                    <a:lumOff val="50000"/>
                  </a:schemeClr>
                </a:solidFill>
                <a:latin typeface="Menlo" panose="020B0609030804020204" pitchFamily="49" charset="0"/>
              </a:rPr>
              <a:t>display: grid; </a:t>
            </a:r>
            <a:r>
              <a:rPr lang="en-GB" sz="1800"/>
              <a:t>turns container into grid</a:t>
            </a:r>
          </a:p>
          <a:p>
            <a:r>
              <a:rPr lang="en-GB" sz="1400">
                <a:solidFill>
                  <a:schemeClr val="tx2">
                    <a:lumMod val="50000"/>
                    <a:lumOff val="50000"/>
                  </a:schemeClr>
                </a:solidFill>
                <a:latin typeface="Menlo" panose="020B0609030804020204" pitchFamily="49" charset="0"/>
              </a:rPr>
              <a:t>grid-template-areas… </a:t>
            </a:r>
          </a:p>
          <a:p>
            <a:pPr lvl="1"/>
            <a:r>
              <a:rPr lang="en-GB" sz="1800"/>
              <a:t>Defines a</a:t>
            </a:r>
            <a:r>
              <a:rPr lang="en-GB" sz="1800" b="1"/>
              <a:t> </a:t>
            </a:r>
            <a:r>
              <a:rPr lang="en-GB" sz="1800"/>
              <a:t>layout grid:</a:t>
            </a:r>
          </a:p>
          <a:p>
            <a:pPr lvl="1"/>
            <a:r>
              <a:rPr lang="en-GB" sz="1800"/>
              <a:t>Top row: area "a" on the left, "c" on the right</a:t>
            </a:r>
          </a:p>
          <a:p>
            <a:pPr lvl="1"/>
            <a:r>
              <a:rPr lang="en-GB" sz="1800"/>
              <a:t>Bottom row: area "b" on the left, "c" still on the right. This means "c" spans two rows.</a:t>
            </a:r>
          </a:p>
          <a:p>
            <a:r>
              <a:rPr lang="en-GB" sz="1400">
                <a:solidFill>
                  <a:schemeClr val="tx2">
                    <a:lumMod val="50000"/>
                    <a:lumOff val="50000"/>
                  </a:schemeClr>
                </a:solidFill>
                <a:latin typeface="Menlo" panose="020B0609030804020204" pitchFamily="49" charset="0"/>
              </a:rPr>
              <a:t>gap: 10px; </a:t>
            </a:r>
            <a:r>
              <a:rPr lang="en-GB" sz="1800"/>
              <a:t>Adds 10px of space between each grid item.</a:t>
            </a:r>
            <a:endParaRPr lang="en-GB" sz="20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571AA9E-A11C-98B0-4976-2D08E0663F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578" y="4317702"/>
            <a:ext cx="7772400" cy="863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DDE5A44-6164-6F2F-B558-B55A726F86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578" y="5210530"/>
            <a:ext cx="7772400" cy="15910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5648F1D-761B-15B1-0E0D-AEF39237AD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6932" y="0"/>
            <a:ext cx="37250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9362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B57B1-CA3C-1155-16DB-B28B73273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734" y="939156"/>
            <a:ext cx="4443154" cy="655707"/>
          </a:xfrm>
        </p:spPr>
        <p:txBody>
          <a:bodyPr anchor="b">
            <a:normAutofit/>
          </a:bodyPr>
          <a:lstStyle/>
          <a:p>
            <a:r>
              <a:rPr lang="en-US" sz="3400" b="1"/>
              <a:t>Gradient backgrounds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935664A-0F51-E2D8-F9FC-7DD279DCC8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7734" y="1719659"/>
            <a:ext cx="5684520" cy="2803904"/>
          </a:xfrm>
        </p:spPr>
        <p:txBody>
          <a:bodyPr>
            <a:normAutofit/>
          </a:bodyPr>
          <a:lstStyle/>
          <a:p>
            <a:r>
              <a:rPr lang="en-GB" sz="1800" b="0"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linear-gradient</a:t>
            </a:r>
            <a:r>
              <a:rPr lang="en-GB" sz="18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(…</a:t>
            </a:r>
            <a:r>
              <a:rPr lang="en-US" sz="18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-US" sz="2000">
                <a:effectLst/>
              </a:rPr>
              <a:t>– a </a:t>
            </a:r>
            <a:r>
              <a:rPr lang="en-GB" sz="2000"/>
              <a:t>type of gradient, a straight line blending from one colour to another. </a:t>
            </a:r>
          </a:p>
          <a:p>
            <a:r>
              <a:rPr lang="en-GB" sz="2000"/>
              <a:t>Play around with radial-gradient and conic-gradient!</a:t>
            </a:r>
          </a:p>
          <a:p>
            <a:r>
              <a:rPr lang="en-GB" sz="1800">
                <a:solidFill>
                  <a:schemeClr val="accent6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45deg</a:t>
            </a:r>
            <a:r>
              <a:rPr lang="en-GB" sz="2000"/>
              <a:t> – angle of the gradient, from the top right corner to the bottom left.</a:t>
            </a:r>
          </a:p>
          <a:p>
            <a:r>
              <a:rPr lang="en-GB" sz="2000"/>
              <a:t>NB: You can do more than 2 colours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A9ED99-1684-89CE-0DE8-76C8D898F3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61" y="4654511"/>
            <a:ext cx="11085477" cy="19523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4318F7D-894B-78F4-AA85-7C7E77CDA9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8738" y="134599"/>
            <a:ext cx="5445528" cy="4258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8435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B57B1-CA3C-1155-16DB-B28B73273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734" y="939114"/>
            <a:ext cx="3079866" cy="657309"/>
          </a:xfrm>
        </p:spPr>
        <p:txBody>
          <a:bodyPr anchor="b">
            <a:normAutofit/>
          </a:bodyPr>
          <a:lstStyle/>
          <a:p>
            <a:r>
              <a:rPr lang="en-US" sz="3400" b="1"/>
              <a:t>Animations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49D74B-FBB9-49D8-3AE9-B72E852302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7833" y="165942"/>
            <a:ext cx="6993541" cy="2255981"/>
          </a:xfrm>
          <a:prstGeom prst="rect">
            <a:avLst/>
          </a:prstGeom>
        </p:spPr>
      </p:pic>
      <p:pic>
        <p:nvPicPr>
          <p:cNvPr id="12" name="animation">
            <a:hlinkClick r:id="" action="ppaction://media"/>
            <a:extLst>
              <a:ext uri="{FF2B5EF4-FFF2-40B4-BE49-F238E27FC236}">
                <a16:creationId xmlns:a16="http://schemas.microsoft.com/office/drawing/2014/main" id="{090BFB64-4339-B915-7073-47A9BF877F8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5"/>
          <a:srcRect r="27734"/>
          <a:stretch/>
        </p:blipFill>
        <p:spPr>
          <a:xfrm>
            <a:off x="6805850" y="2472298"/>
            <a:ext cx="5053905" cy="3933867"/>
          </a:xfrm>
          <a:prstGeom prst="rect">
            <a:avLst/>
          </a:prstGeom>
        </p:spPr>
      </p:pic>
      <p:sp>
        <p:nvSpPr>
          <p:cNvPr id="15" name="Content Placeholder 10">
            <a:extLst>
              <a:ext uri="{FF2B5EF4-FFF2-40B4-BE49-F238E27FC236}">
                <a16:creationId xmlns:a16="http://schemas.microsoft.com/office/drawing/2014/main" id="{59568CDB-83B2-4AE7-1F67-E50D45FF59C1}"/>
              </a:ext>
            </a:extLst>
          </p:cNvPr>
          <p:cNvSpPr txBox="1">
            <a:spLocks/>
          </p:cNvSpPr>
          <p:nvPr/>
        </p:nvSpPr>
        <p:spPr>
          <a:xfrm>
            <a:off x="730134" y="2697559"/>
            <a:ext cx="6075716" cy="37589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/>
              <a:t>0% is 0% of the way through the animation, the start. 100% is the end of the animation. You should set these two first, then experiment with other %s!</a:t>
            </a:r>
          </a:p>
          <a:p>
            <a:r>
              <a:rPr lang="en-GB" sz="1700">
                <a:solidFill>
                  <a:schemeClr val="accent1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transform: rotate(-20deg)</a:t>
            </a:r>
            <a:r>
              <a:rPr lang="en-GB" sz="2000">
                <a:ea typeface="Menlo" panose="020B0609030804020204" pitchFamily="49" charset="0"/>
                <a:cs typeface="Menlo" panose="020B0609030804020204" pitchFamily="49" charset="0"/>
              </a:rPr>
              <a:t> means </a:t>
            </a:r>
            <a:r>
              <a:rPr lang="en-GB" sz="2000"/>
              <a:t>rotate the element 20 degrees </a:t>
            </a:r>
            <a:r>
              <a:rPr lang="en-GB" sz="2000" b="1"/>
              <a:t>anticlockwise</a:t>
            </a:r>
            <a:r>
              <a:rPr lang="en-GB" sz="2000"/>
              <a:t>. (20deg) is  </a:t>
            </a:r>
            <a:r>
              <a:rPr lang="en-GB" sz="2000" b="1"/>
              <a:t>clockwise</a:t>
            </a:r>
          </a:p>
          <a:p>
            <a:r>
              <a:rPr lang="en-GB" sz="2000"/>
              <a:t>This is part of the transform property, which can also move (translate) and resize (scale)</a:t>
            </a:r>
          </a:p>
        </p:txBody>
      </p:sp>
      <p:sp>
        <p:nvSpPr>
          <p:cNvPr id="18" name="Content Placeholder 10">
            <a:extLst>
              <a:ext uri="{FF2B5EF4-FFF2-40B4-BE49-F238E27FC236}">
                <a16:creationId xmlns:a16="http://schemas.microsoft.com/office/drawing/2014/main" id="{34F5F70C-7DD6-973D-EE49-0C56C371E33E}"/>
              </a:ext>
            </a:extLst>
          </p:cNvPr>
          <p:cNvSpPr txBox="1">
            <a:spLocks/>
          </p:cNvSpPr>
          <p:nvPr/>
        </p:nvSpPr>
        <p:spPr>
          <a:xfrm>
            <a:off x="730134" y="1757758"/>
            <a:ext cx="4267699" cy="10997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800">
                <a:solidFill>
                  <a:schemeClr val="accent5">
                    <a:lumMod val="75000"/>
                  </a:schemeClr>
                </a:solidFill>
                <a:latin typeface="Menlo" panose="020B0609030804020204" pitchFamily="49" charset="0"/>
              </a:rPr>
              <a:t>@keyframes</a:t>
            </a:r>
            <a:r>
              <a:rPr lang="en-GB" sz="180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GB" sz="2000"/>
              <a:t>– lets you set what you want an element to look like at different points in the animation.</a:t>
            </a:r>
          </a:p>
        </p:txBody>
      </p:sp>
    </p:spTree>
    <p:extLst>
      <p:ext uri="{BB962C8B-B14F-4D97-AF65-F5344CB8AC3E}">
        <p14:creationId xmlns:p14="http://schemas.microsoft.com/office/powerpoint/2010/main" val="1482328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900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B57B1-CA3C-1155-16DB-B28B73273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734" y="939114"/>
            <a:ext cx="5729548" cy="657309"/>
          </a:xfrm>
        </p:spPr>
        <p:txBody>
          <a:bodyPr anchor="b">
            <a:normAutofit/>
          </a:bodyPr>
          <a:lstStyle/>
          <a:p>
            <a:r>
              <a:rPr lang="en-US" sz="3400" b="1" dirty="0"/>
              <a:t>Flexboxes (the basics)</a:t>
            </a:r>
          </a:p>
        </p:txBody>
      </p:sp>
      <p:sp>
        <p:nvSpPr>
          <p:cNvPr id="18" name="Content Placeholder 10">
            <a:extLst>
              <a:ext uri="{FF2B5EF4-FFF2-40B4-BE49-F238E27FC236}">
                <a16:creationId xmlns:a16="http://schemas.microsoft.com/office/drawing/2014/main" id="{34F5F70C-7DD6-973D-EE49-0C56C371E33E}"/>
              </a:ext>
            </a:extLst>
          </p:cNvPr>
          <p:cNvSpPr txBox="1">
            <a:spLocks/>
          </p:cNvSpPr>
          <p:nvPr/>
        </p:nvSpPr>
        <p:spPr>
          <a:xfrm>
            <a:off x="730134" y="1757757"/>
            <a:ext cx="6709757" cy="36766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dirty="0"/>
              <a:t>Flexbox helps you align and space elements easily!</a:t>
            </a:r>
          </a:p>
          <a:p>
            <a:r>
              <a:rPr lang="en-GB" sz="2000" dirty="0"/>
              <a:t>Flex-direction is set to row by default, lining things up from left to right, but try out row-reverse, column, and column-reverse.</a:t>
            </a:r>
          </a:p>
          <a:p>
            <a:r>
              <a:rPr lang="en-GB" sz="2000" dirty="0"/>
              <a:t>Justify content controls how items are spaced along the flex-direction. Currently it sets the spacing horizontally, because the flex-direction is row. </a:t>
            </a:r>
            <a:r>
              <a:rPr lang="en-GB" sz="1600" dirty="0">
                <a:solidFill>
                  <a:schemeClr val="accent2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space-around</a:t>
            </a:r>
            <a:r>
              <a:rPr lang="en-GB" sz="1600" dirty="0">
                <a:solidFill>
                  <a:schemeClr val="accent2">
                    <a:lumMod val="75000"/>
                  </a:schemeClr>
                </a:solidFill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GB" sz="2000" dirty="0"/>
              <a:t>gives equal space on both sides of each item.</a:t>
            </a:r>
          </a:p>
          <a:p>
            <a:r>
              <a:rPr lang="en-GB" sz="2000" dirty="0"/>
              <a:t>Align-items controls how items are aligned on the cross axis (perpendicular to the flex-direction).</a:t>
            </a:r>
            <a:br>
              <a:rPr lang="en-GB" sz="2000" dirty="0"/>
            </a:br>
            <a:r>
              <a:rPr lang="en-GB" sz="2000" dirty="0"/>
              <a:t>You can use values like flex-start, </a:t>
            </a:r>
            <a:r>
              <a:rPr lang="en-GB" sz="2000" dirty="0" err="1"/>
              <a:t>center</a:t>
            </a:r>
            <a:r>
              <a:rPr lang="en-GB" sz="2000" dirty="0"/>
              <a:t>, or stretch!</a:t>
            </a:r>
            <a:endParaRPr lang="en-GB" sz="3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E68EFFC-1662-25BC-86F6-9242600CD3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8252" y="310464"/>
            <a:ext cx="4229100" cy="12573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7BAF01C-9D05-C352-81E2-DD93208FD6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5297088"/>
            <a:ext cx="7772400" cy="132568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C7A730D-F860-DDA4-3B8C-0F4AC6A4F11D}"/>
              </a:ext>
            </a:extLst>
          </p:cNvPr>
          <p:cNvSpPr txBox="1"/>
          <p:nvPr/>
        </p:nvSpPr>
        <p:spPr>
          <a:xfrm>
            <a:off x="389060" y="5575218"/>
            <a:ext cx="32997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Go to </a:t>
            </a:r>
            <a:r>
              <a:rPr lang="en-GB" dirty="0" err="1"/>
              <a:t>flexboxfroggy.com</a:t>
            </a:r>
            <a:r>
              <a:rPr lang="en-GB" dirty="0"/>
              <a:t> to play about with flexboxes more </a:t>
            </a:r>
            <a:r>
              <a:rPr lang="en-GB" dirty="0">
                <a:sym typeface="Wingdings" pitchFamily="2" charset="2"/>
              </a:rPr>
              <a:t>:)</a:t>
            </a:r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124D862-1EB3-642A-0A45-D7A049FE3D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2552" y="1851891"/>
            <a:ext cx="4114800" cy="271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0508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B57B1-CA3C-1155-16DB-B28B73273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734" y="474218"/>
            <a:ext cx="3942312" cy="657309"/>
          </a:xfrm>
        </p:spPr>
        <p:txBody>
          <a:bodyPr anchor="b">
            <a:normAutofit/>
          </a:bodyPr>
          <a:lstStyle/>
          <a:p>
            <a:r>
              <a:rPr lang="en-US" sz="3400" b="1" dirty="0"/>
              <a:t>Responsive design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935664A-0F51-E2D8-F9FC-7DD279DCC8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897" y="1243777"/>
            <a:ext cx="7756459" cy="2770662"/>
          </a:xfrm>
        </p:spPr>
        <p:txBody>
          <a:bodyPr>
            <a:normAutofit/>
          </a:bodyPr>
          <a:lstStyle/>
          <a:p>
            <a:r>
              <a:rPr lang="en-US" sz="2000" dirty="0"/>
              <a:t>You can adapt your site to different screen sizes in different ways!</a:t>
            </a:r>
          </a:p>
          <a:p>
            <a:r>
              <a:rPr lang="en-US" sz="2000" dirty="0"/>
              <a:t>One of the simpler ways to do this is to use relative units, such as rem, </a:t>
            </a:r>
            <a:r>
              <a:rPr lang="en-US" sz="2000" dirty="0" err="1"/>
              <a:t>vw</a:t>
            </a:r>
            <a:r>
              <a:rPr lang="en-US" sz="2000" dirty="0"/>
              <a:t> (view widths), and </a:t>
            </a:r>
            <a:r>
              <a:rPr lang="en-US" sz="2000" dirty="0" err="1"/>
              <a:t>vh</a:t>
            </a:r>
            <a:r>
              <a:rPr lang="en-US" sz="2000" dirty="0"/>
              <a:t> (view height). rem is commonly used for font sizes, while the others are used for widths and heights. </a:t>
            </a:r>
            <a:r>
              <a:rPr lang="en-US" sz="2000" dirty="0" err="1"/>
              <a:t>vw</a:t>
            </a:r>
            <a:r>
              <a:rPr lang="en-US" sz="2000" dirty="0"/>
              <a:t> and </a:t>
            </a:r>
            <a:r>
              <a:rPr lang="en-US" sz="2000" dirty="0" err="1"/>
              <a:t>vh</a:t>
            </a:r>
            <a:r>
              <a:rPr lang="en-US" sz="2000" dirty="0"/>
              <a:t> are %s on the screen widths and heights</a:t>
            </a:r>
          </a:p>
          <a:p>
            <a:r>
              <a:rPr lang="en-US" sz="2000" dirty="0"/>
              <a:t>You can also use media queries to alter some of the properties depending on the screen size, shown below!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3AA02C-B4FF-9DA5-9107-F6AC316B593C}"/>
              </a:ext>
            </a:extLst>
          </p:cNvPr>
          <p:cNvSpPr txBox="1"/>
          <p:nvPr/>
        </p:nvSpPr>
        <p:spPr>
          <a:xfrm>
            <a:off x="1319645" y="254577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B944FF-4163-1339-3E86-F7902A4C3A4D}"/>
              </a:ext>
            </a:extLst>
          </p:cNvPr>
          <p:cNvSpPr txBox="1"/>
          <p:nvPr/>
        </p:nvSpPr>
        <p:spPr>
          <a:xfrm>
            <a:off x="3823855" y="280554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8CA6B46-505F-351D-E221-0F4765AAB9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0710" y="430352"/>
            <a:ext cx="3656953" cy="368444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A26C720-EBB1-A0F2-AA73-479118EEED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555" y="4303642"/>
            <a:ext cx="11214897" cy="1734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6648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20A46-BA59-43C7-7DF3-17E2B7648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7497" y="2528462"/>
            <a:ext cx="8138532" cy="1325563"/>
          </a:xfrm>
        </p:spPr>
        <p:txBody>
          <a:bodyPr/>
          <a:lstStyle/>
          <a:p>
            <a:r>
              <a:rPr lang="en-GB" dirty="0"/>
              <a:t>And that’s it! Hope you had fun :D</a:t>
            </a:r>
          </a:p>
        </p:txBody>
      </p:sp>
    </p:spTree>
    <p:extLst>
      <p:ext uri="{BB962C8B-B14F-4D97-AF65-F5344CB8AC3E}">
        <p14:creationId xmlns:p14="http://schemas.microsoft.com/office/powerpoint/2010/main" val="20700071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</TotalTime>
  <Words>1812</Words>
  <Application>Microsoft Office PowerPoint</Application>
  <PresentationFormat>Widescreen</PresentationFormat>
  <Paragraphs>133</Paragraphs>
  <Slides>32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Aptos</vt:lpstr>
      <vt:lpstr>Aptos Display</vt:lpstr>
      <vt:lpstr>Arial</vt:lpstr>
      <vt:lpstr>Calibri</vt:lpstr>
      <vt:lpstr>Menlo</vt:lpstr>
      <vt:lpstr>Wingdings</vt:lpstr>
      <vt:lpstr>office theme</vt:lpstr>
      <vt:lpstr>Toppings</vt:lpstr>
      <vt:lpstr>Set up a basic website</vt:lpstr>
      <vt:lpstr>CREATE YOUR HTML FILE</vt:lpstr>
      <vt:lpstr>STEP 2: Start coding!</vt:lpstr>
      <vt:lpstr>OUR FIRST CODE</vt:lpstr>
      <vt:lpstr>PREVIEW YOUR SITE</vt:lpstr>
      <vt:lpstr>PREVIEW YOUR SITE</vt:lpstr>
      <vt:lpstr>PREVIEW YOUR SITE</vt:lpstr>
      <vt:lpstr>PREVIEW YOUR SITE</vt:lpstr>
      <vt:lpstr>ADDING CONTENT - text</vt:lpstr>
      <vt:lpstr>ADDING CONTENT - images</vt:lpstr>
      <vt:lpstr>STEP 3: Set up the CSS file</vt:lpstr>
      <vt:lpstr>LINK THE CSS FILE</vt:lpstr>
      <vt:lpstr>ADD TO THE CSS FILE</vt:lpstr>
      <vt:lpstr>ADD TO THE CSS FILE</vt:lpstr>
      <vt:lpstr>ADD TO THE CSS FILE</vt:lpstr>
      <vt:lpstr>STEP 4: Publish your site</vt:lpstr>
      <vt:lpstr>COMMIT</vt:lpstr>
      <vt:lpstr>COMMIT</vt:lpstr>
      <vt:lpstr>GITHUB PAGES</vt:lpstr>
      <vt:lpstr>Focus on CSS!</vt:lpstr>
      <vt:lpstr>Containers</vt:lpstr>
      <vt:lpstr>PowerPoint Presentation</vt:lpstr>
      <vt:lpstr>PowerPoint Presentation</vt:lpstr>
      <vt:lpstr>PowerPoint Presentation</vt:lpstr>
      <vt:lpstr>Variables</vt:lpstr>
      <vt:lpstr>Grids</vt:lpstr>
      <vt:lpstr>Gradient backgrounds</vt:lpstr>
      <vt:lpstr>Animations</vt:lpstr>
      <vt:lpstr>Flexboxes (the basics)</vt:lpstr>
      <vt:lpstr>Responsive design</vt:lpstr>
      <vt:lpstr>And that’s it! Hope you had fun :D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CSS side-quest</dc:title>
  <dc:creator/>
  <cp:lastModifiedBy>Hugo Robinson</cp:lastModifiedBy>
  <cp:revision>2</cp:revision>
  <dcterms:created xsi:type="dcterms:W3CDTF">2025-03-06T18:03:57Z</dcterms:created>
  <dcterms:modified xsi:type="dcterms:W3CDTF">2026-03-10T07:57:20Z</dcterms:modified>
</cp:coreProperties>
</file>